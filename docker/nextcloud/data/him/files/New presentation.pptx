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  <Override PartName="/ppt/media/image3.svg" ContentType="image/svg"/>
  <Override PartName="/ppt/media/image2.png" ContentType="image/png"/>
  <Override PartName="/ppt/media/image4.png" ContentType="image/png"/>
  <Override PartName="/ppt/media/image5.svg" ContentType="image/svg"/>
  <Override PartName="/ppt/media/image6.jpeg" ContentType="image/jpeg"/>
  <Override PartName="/ppt/media/image7.png" ContentType="image/png"/>
  <Override PartName="/ppt/media/image8.svg" ContentType="image/svg"/>
  <Override PartName="/ppt/media/image9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</p:sldMasterIdLst>
  <p:sldIdLst>
    <p:sldId id="256" r:id="rId8"/>
    <p:sldId id="257" r:id="rId9"/>
    <p:sldId id="258" r:id="rId10"/>
    <p:sldId id="259" r:id="rId11"/>
    <p:sldId id="260" r:id="rId12"/>
  </p:sldIdLst>
  <p:sldSz cx="18288000" cy="10287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1-Office-The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43480" y="637200"/>
            <a:ext cx="7491240" cy="88380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863280" y="2312280"/>
            <a:ext cx="3886920" cy="191160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/>
          </p:nvPr>
        </p:nvSpPr>
        <p:spPr>
          <a:xfrm>
            <a:off x="4944960" y="2312280"/>
            <a:ext cx="3886920" cy="191160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/>
          </p:nvPr>
        </p:nvSpPr>
        <p:spPr>
          <a:xfrm>
            <a:off x="9026640" y="2312280"/>
            <a:ext cx="3886920" cy="191160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/>
          </p:nvPr>
        </p:nvSpPr>
        <p:spPr>
          <a:xfrm>
            <a:off x="863280" y="4406040"/>
            <a:ext cx="3886920" cy="191160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/>
          </p:nvPr>
        </p:nvSpPr>
        <p:spPr>
          <a:xfrm>
            <a:off x="4944960" y="4406040"/>
            <a:ext cx="3886920" cy="191160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7"/>
          <p:cNvSpPr>
            <a:spLocks noGrp="1"/>
          </p:cNvSpPr>
          <p:nvPr>
            <p:ph/>
          </p:nvPr>
        </p:nvSpPr>
        <p:spPr>
          <a:xfrm>
            <a:off x="9026640" y="4406040"/>
            <a:ext cx="3886920" cy="191160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DD5BDA-F5F9-4D3B-B2CD-F9F483999B6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1-Layout1-obj-Title-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43480" y="637200"/>
            <a:ext cx="7491240" cy="88380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863280" y="2312280"/>
            <a:ext cx="3886920" cy="191160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4944960" y="2312280"/>
            <a:ext cx="3886920" cy="191160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9026640" y="2312280"/>
            <a:ext cx="3886920" cy="191160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/>
          </p:nvPr>
        </p:nvSpPr>
        <p:spPr>
          <a:xfrm>
            <a:off x="863280" y="4406040"/>
            <a:ext cx="3886920" cy="191160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6"/>
          <p:cNvSpPr>
            <a:spLocks noGrp="1"/>
          </p:cNvSpPr>
          <p:nvPr>
            <p:ph/>
          </p:nvPr>
        </p:nvSpPr>
        <p:spPr>
          <a:xfrm>
            <a:off x="4944960" y="4406040"/>
            <a:ext cx="3886920" cy="191160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7"/>
          <p:cNvSpPr>
            <a:spLocks noGrp="1"/>
          </p:cNvSpPr>
          <p:nvPr>
            <p:ph/>
          </p:nvPr>
        </p:nvSpPr>
        <p:spPr>
          <a:xfrm>
            <a:off x="9026640" y="4406040"/>
            <a:ext cx="3886920" cy="191160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055AE05-1ECE-4384-ACAF-388CD68490D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1-Layout2-obj-Title-and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43480" y="637200"/>
            <a:ext cx="7491240" cy="88380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863280" y="2312280"/>
            <a:ext cx="3886920" cy="191160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944960" y="2312280"/>
            <a:ext cx="3886920" cy="191160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9026640" y="2312280"/>
            <a:ext cx="3886920" cy="191160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863280" y="4406040"/>
            <a:ext cx="3886920" cy="191160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944960" y="4406040"/>
            <a:ext cx="3886920" cy="191160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9026640" y="4406040"/>
            <a:ext cx="3886920" cy="191160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0CB312E-FCD5-4162-8FFB-2014F28E330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Master1-Layout3-obj-Two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43480" y="637200"/>
            <a:ext cx="7491240" cy="88380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863280" y="2312280"/>
            <a:ext cx="5891040" cy="400824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/>
          </p:nvPr>
        </p:nvSpPr>
        <p:spPr>
          <a:xfrm>
            <a:off x="7049160" y="2312280"/>
            <a:ext cx="5891040" cy="191160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/>
          </p:nvPr>
        </p:nvSpPr>
        <p:spPr>
          <a:xfrm>
            <a:off x="7049160" y="4406040"/>
            <a:ext cx="5891040" cy="191160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14E3841-6FE6-4955-815F-E3A6FE5FF6D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Master1-Layout4-obj-Title-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843480" y="637200"/>
            <a:ext cx="7491240" cy="88380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863280" y="2312280"/>
            <a:ext cx="5891040" cy="400824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7049160" y="2312280"/>
            <a:ext cx="5891040" cy="191160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/>
          </p:nvPr>
        </p:nvSpPr>
        <p:spPr>
          <a:xfrm>
            <a:off x="7049160" y="4406040"/>
            <a:ext cx="5891040" cy="191160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20F9CEB3-91FF-4EC4-8F9A-D27890BBDA7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>
              <a:gd name="textAreaLeft" fmla="*/ 0 w 18288000"/>
              <a:gd name="textAreaRight" fmla="*/ 18288360 w 18288000"/>
              <a:gd name="textAreaTop" fmla="*/ 0 h 10287000"/>
              <a:gd name="textAreaBottom" fmla="*/ 10287360 h 1028700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87C9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843480" y="637200"/>
            <a:ext cx="7491240" cy="88380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t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863280" y="2312280"/>
            <a:ext cx="12071880" cy="400824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ftr" idx="1"/>
          </p:nvPr>
        </p:nvSpPr>
        <p:spPr>
          <a:xfrm>
            <a:off x="6217920" y="9567000"/>
            <a:ext cx="5852160" cy="51444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t" anchorCtr="1">
            <a:spAutoFit/>
          </a:bodyPr>
          <a:p>
            <a:pPr indent="0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dt" idx="2"/>
          </p:nvPr>
        </p:nvSpPr>
        <p:spPr>
          <a:xfrm>
            <a:off x="914400" y="9567000"/>
            <a:ext cx="4206240" cy="51444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t">
            <a:spAutoFit/>
          </a:bodyPr>
          <a:lstStyle>
            <a:lvl1pPr indent="0">
              <a:lnSpc>
                <a:spcPct val="100000"/>
              </a:lnSpc>
              <a:buNone/>
              <a:defRPr lang="en-US" sz="1800" b="0" u="none" strike="noStrike">
                <a:solidFill>
                  <a:srgbClr val="898989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65F86558-2FCF-4283-B710-93E391211329}" type="datetime">
              <a:rPr lang="en-US" sz="1800" b="0" u="none" strike="noStrike">
                <a:solidFill>
                  <a:srgbClr val="898989"/>
                </a:solidFill>
                <a:effectLst/>
                <a:uFillTx/>
                <a:latin typeface="Times New Roman"/>
              </a:rPr>
              <a:t>1/15/26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3"/>
          </p:nvPr>
        </p:nvSpPr>
        <p:spPr>
          <a:xfrm>
            <a:off x="13167360" y="9567000"/>
            <a:ext cx="4206240" cy="51444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lnSpc>
                <a:spcPct val="100000"/>
              </a:lnSpc>
              <a:buNone/>
              <a:defRPr lang="en-US" sz="1800" b="0" u="none" strike="noStrike">
                <a:solidFill>
                  <a:srgbClr val="898989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C2F3A17-26F1-4F3E-BEC5-361DB4B313CD}" type="slidenum">
              <a:rPr lang="en-US" sz="1800" b="0" u="none" strike="noStrike">
                <a:solidFill>
                  <a:srgbClr val="898989"/>
                </a:solidFill>
                <a:effectLst/>
                <a:uFillTx/>
                <a:latin typeface="Times New Roman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>
              <a:gd name="textAreaLeft" fmla="*/ 0 w 18288000"/>
              <a:gd name="textAreaRight" fmla="*/ 18288360 w 18288000"/>
              <a:gd name="textAreaTop" fmla="*/ 0 h 10287000"/>
              <a:gd name="textAreaBottom" fmla="*/ 10287360 h 1028700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87C9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215720" y="2387160"/>
            <a:ext cx="10023480" cy="482796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t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ftr" idx="4"/>
          </p:nvPr>
        </p:nvSpPr>
        <p:spPr>
          <a:xfrm>
            <a:off x="6217920" y="9567000"/>
            <a:ext cx="5852160" cy="51444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t" anchorCtr="1">
            <a:spAutoFit/>
          </a:bodyPr>
          <a:p>
            <a:pPr indent="0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5"/>
          </p:nvPr>
        </p:nvSpPr>
        <p:spPr>
          <a:xfrm>
            <a:off x="914400" y="9567000"/>
            <a:ext cx="4206240" cy="51444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t">
            <a:spAutoFit/>
          </a:bodyPr>
          <a:lstStyle>
            <a:lvl1pPr indent="0">
              <a:lnSpc>
                <a:spcPct val="100000"/>
              </a:lnSpc>
              <a:buNone/>
              <a:defRPr lang="en-US" sz="1800" b="0" u="none" strike="noStrike">
                <a:solidFill>
                  <a:srgbClr val="898989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A3A8ECEF-EBCF-418B-B9FF-3E1E176A7A3E}" type="datetime">
              <a:rPr lang="en-US" sz="1800" b="0" u="none" strike="noStrike">
                <a:solidFill>
                  <a:srgbClr val="898989"/>
                </a:solidFill>
                <a:effectLst/>
                <a:uFillTx/>
                <a:latin typeface="Times New Roman"/>
              </a:rPr>
              <a:t>1/15/26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6"/>
          </p:nvPr>
        </p:nvSpPr>
        <p:spPr>
          <a:xfrm>
            <a:off x="13167360" y="9567000"/>
            <a:ext cx="4206240" cy="51444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lnSpc>
                <a:spcPct val="100000"/>
              </a:lnSpc>
              <a:buNone/>
              <a:defRPr lang="en-US" sz="1800" b="0" u="none" strike="noStrike">
                <a:solidFill>
                  <a:srgbClr val="898989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8513856-87F0-4BAD-B7D2-638DA6E227F6}" type="slidenum">
              <a:rPr lang="en-US" sz="1800" b="0" u="none" strike="noStrike">
                <a:solidFill>
                  <a:srgbClr val="898989"/>
                </a:solidFill>
                <a:effectLst/>
                <a:uFillTx/>
                <a:latin typeface="Times New Roman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t">
            <a:normAutofit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>
              <a:gd name="textAreaLeft" fmla="*/ 0 w 18288000"/>
              <a:gd name="textAreaRight" fmla="*/ 18288360 w 18288000"/>
              <a:gd name="textAreaTop" fmla="*/ 0 h 10287000"/>
              <a:gd name="textAreaBottom" fmla="*/ 10287360 h 1028700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87C9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43480" y="637200"/>
            <a:ext cx="7491240" cy="88380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t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63280" y="2312280"/>
            <a:ext cx="12071880" cy="400824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ftr" idx="7"/>
          </p:nvPr>
        </p:nvSpPr>
        <p:spPr>
          <a:xfrm>
            <a:off x="6217920" y="9567000"/>
            <a:ext cx="5852160" cy="51444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t" anchorCtr="1">
            <a:spAutoFit/>
          </a:bodyPr>
          <a:p>
            <a:pPr indent="0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8"/>
          </p:nvPr>
        </p:nvSpPr>
        <p:spPr>
          <a:xfrm>
            <a:off x="914400" y="9567000"/>
            <a:ext cx="4206240" cy="51444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t">
            <a:spAutoFit/>
          </a:bodyPr>
          <a:lstStyle>
            <a:lvl1pPr indent="0">
              <a:lnSpc>
                <a:spcPct val="100000"/>
              </a:lnSpc>
              <a:buNone/>
              <a:defRPr lang="en-US" sz="1800" b="0" u="none" strike="noStrike">
                <a:solidFill>
                  <a:srgbClr val="898989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859F33C6-4EC6-4922-B98E-398E7135765E}" type="datetime">
              <a:rPr lang="en-US" sz="1800" b="0" u="none" strike="noStrike">
                <a:solidFill>
                  <a:srgbClr val="898989"/>
                </a:solidFill>
                <a:effectLst/>
                <a:uFillTx/>
                <a:latin typeface="Times New Roman"/>
              </a:rPr>
              <a:t>1/15/26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sldNum" idx="9"/>
          </p:nvPr>
        </p:nvSpPr>
        <p:spPr>
          <a:xfrm>
            <a:off x="13167360" y="9567000"/>
            <a:ext cx="4206240" cy="51444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lnSpc>
                <a:spcPct val="100000"/>
              </a:lnSpc>
              <a:buNone/>
              <a:defRPr lang="en-US" sz="1800" b="0" u="none" strike="noStrike">
                <a:solidFill>
                  <a:srgbClr val="898989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F30B0DB-C42D-4CC3-BCAB-D0397C397E49}" type="slidenum">
              <a:rPr lang="en-US" sz="1800" b="0" u="none" strike="noStrike">
                <a:solidFill>
                  <a:srgbClr val="898989"/>
                </a:solidFill>
                <a:effectLst/>
                <a:uFillTx/>
                <a:latin typeface="Times New Roman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>
              <a:gd name="textAreaLeft" fmla="*/ 0 w 18288000"/>
              <a:gd name="textAreaRight" fmla="*/ 18288360 w 18288000"/>
              <a:gd name="textAreaTop" fmla="*/ 0 h 10287000"/>
              <a:gd name="textAreaBottom" fmla="*/ 10287360 h 1028700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87C9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843480" y="637200"/>
            <a:ext cx="7491240" cy="88380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t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title"/>
          </p:nvPr>
        </p:nvSpPr>
        <p:spPr>
          <a:xfrm>
            <a:off x="914400" y="2365920"/>
            <a:ext cx="7955280" cy="678960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t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title"/>
          </p:nvPr>
        </p:nvSpPr>
        <p:spPr>
          <a:xfrm>
            <a:off x="9418320" y="2365920"/>
            <a:ext cx="7955280" cy="678960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t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ftr" idx="10"/>
          </p:nvPr>
        </p:nvSpPr>
        <p:spPr>
          <a:xfrm>
            <a:off x="6217920" y="9567000"/>
            <a:ext cx="5852160" cy="51444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t" anchorCtr="1">
            <a:spAutoFit/>
          </a:bodyPr>
          <a:p>
            <a:pPr indent="0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dt" idx="11"/>
          </p:nvPr>
        </p:nvSpPr>
        <p:spPr>
          <a:xfrm>
            <a:off x="914400" y="9567000"/>
            <a:ext cx="4206240" cy="51444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t">
            <a:spAutoFit/>
          </a:bodyPr>
          <a:lstStyle>
            <a:lvl1pPr indent="0">
              <a:lnSpc>
                <a:spcPct val="100000"/>
              </a:lnSpc>
              <a:buNone/>
              <a:defRPr lang="en-US" sz="1800" b="0" u="none" strike="noStrike">
                <a:solidFill>
                  <a:srgbClr val="898989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AE48E8C1-FEDF-4ABF-BFE2-FD4B14EE760D}" type="datetime">
              <a:rPr lang="en-US" sz="1800" b="0" u="none" strike="noStrike">
                <a:solidFill>
                  <a:srgbClr val="898989"/>
                </a:solidFill>
                <a:effectLst/>
                <a:uFillTx/>
                <a:latin typeface="Times New Roman"/>
              </a:rPr>
              <a:t>1/15/26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sldNum" idx="12"/>
          </p:nvPr>
        </p:nvSpPr>
        <p:spPr>
          <a:xfrm>
            <a:off x="13167360" y="9567000"/>
            <a:ext cx="4206240" cy="51444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lnSpc>
                <a:spcPct val="100000"/>
              </a:lnSpc>
              <a:buNone/>
              <a:defRPr lang="en-US" sz="1800" b="0" u="none" strike="noStrike">
                <a:solidFill>
                  <a:srgbClr val="898989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F16C8A3-CE59-46D5-943F-275A9A206A20}" type="slidenum">
              <a:rPr lang="en-US" sz="1800" b="0" u="none" strike="noStrike">
                <a:solidFill>
                  <a:srgbClr val="898989"/>
                </a:solidFill>
                <a:effectLst/>
                <a:uFillTx/>
                <a:latin typeface="Times New Roman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>
              <a:gd name="textAreaLeft" fmla="*/ 0 w 18288000"/>
              <a:gd name="textAreaRight" fmla="*/ 18288360 w 18288000"/>
              <a:gd name="textAreaTop" fmla="*/ 0 h 10287000"/>
              <a:gd name="textAreaBottom" fmla="*/ 10287360 h 1028700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87C9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43480" y="637200"/>
            <a:ext cx="7491240" cy="88380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t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ftr" idx="13"/>
          </p:nvPr>
        </p:nvSpPr>
        <p:spPr>
          <a:xfrm>
            <a:off x="6217920" y="9567000"/>
            <a:ext cx="5852160" cy="51444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t" anchorCtr="1">
            <a:spAutoFit/>
          </a:bodyPr>
          <a:p>
            <a:pPr indent="0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dt" idx="14"/>
          </p:nvPr>
        </p:nvSpPr>
        <p:spPr>
          <a:xfrm>
            <a:off x="914400" y="9567000"/>
            <a:ext cx="4206240" cy="51444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t">
            <a:spAutoFit/>
          </a:bodyPr>
          <a:lstStyle>
            <a:lvl1pPr indent="0">
              <a:lnSpc>
                <a:spcPct val="100000"/>
              </a:lnSpc>
              <a:buNone/>
              <a:defRPr lang="en-US" sz="1800" b="0" u="none" strike="noStrike">
                <a:solidFill>
                  <a:srgbClr val="898989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27849C65-4257-4F95-BABD-25BF25BCF62D}" type="datetime">
              <a:rPr lang="en-US" sz="1800" b="0" u="none" strike="noStrike">
                <a:solidFill>
                  <a:srgbClr val="898989"/>
                </a:solidFill>
                <a:effectLst/>
                <a:uFillTx/>
                <a:latin typeface="Times New Roman"/>
              </a:rPr>
              <a:t>1/15/26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sldNum" idx="15"/>
          </p:nvPr>
        </p:nvSpPr>
        <p:spPr>
          <a:xfrm>
            <a:off x="13167360" y="9567000"/>
            <a:ext cx="4206240" cy="51444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lnSpc>
                <a:spcPct val="100000"/>
              </a:lnSpc>
              <a:buNone/>
              <a:defRPr lang="en-US" sz="1800" b="0" u="none" strike="noStrike">
                <a:solidFill>
                  <a:srgbClr val="898989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E4F0823-8C83-4AA4-A33F-0B29CB481061}" type="slidenum">
              <a:rPr lang="en-US" sz="1800" b="0" u="none" strike="noStrike">
                <a:solidFill>
                  <a:srgbClr val="898989"/>
                </a:solidFill>
                <a:effectLst/>
                <a:uFillTx/>
                <a:latin typeface="Times New Roman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t">
            <a:normAutofit/>
          </a:bodyPr>
          <a:lstStyle>
            <a:lvl1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>
              <a:gd name="textAreaLeft" fmla="*/ 0 w 18288000"/>
              <a:gd name="textAreaRight" fmla="*/ 18288360 w 18288000"/>
              <a:gd name="textAreaTop" fmla="*/ 0 h 10287000"/>
              <a:gd name="textAreaBottom" fmla="*/ 10287360 h 1028700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87C9C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1"/>
          <p:cNvSpPr>
            <a:spLocks noGrp="1"/>
          </p:cNvSpPr>
          <p:nvPr>
            <p:ph type="ftr" idx="16"/>
          </p:nvPr>
        </p:nvSpPr>
        <p:spPr>
          <a:xfrm>
            <a:off x="6217920" y="9567000"/>
            <a:ext cx="5852160" cy="51444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t" anchorCtr="1">
            <a:spAutoFit/>
          </a:bodyPr>
          <a:p>
            <a:pPr indent="0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dt" idx="17"/>
          </p:nvPr>
        </p:nvSpPr>
        <p:spPr>
          <a:xfrm>
            <a:off x="914400" y="9567000"/>
            <a:ext cx="4206240" cy="51444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t">
            <a:spAutoFit/>
          </a:bodyPr>
          <a:lstStyle>
            <a:lvl1pPr indent="0">
              <a:lnSpc>
                <a:spcPct val="100000"/>
              </a:lnSpc>
              <a:buNone/>
              <a:defRPr lang="en-US" sz="1800" b="0" u="none" strike="noStrike">
                <a:solidFill>
                  <a:srgbClr val="898989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F8B11D1A-8C62-4C3B-B1E4-9A43F541BF48}" type="datetime">
              <a:rPr lang="en-US" sz="1800" b="0" u="none" strike="noStrike">
                <a:solidFill>
                  <a:srgbClr val="898989"/>
                </a:solidFill>
                <a:effectLst/>
                <a:uFillTx/>
                <a:latin typeface="Times New Roman"/>
              </a:rPr>
              <a:t>1/15/26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sldNum" idx="18"/>
          </p:nvPr>
        </p:nvSpPr>
        <p:spPr>
          <a:xfrm>
            <a:off x="13167360" y="9567000"/>
            <a:ext cx="4206240" cy="514440"/>
          </a:xfrm>
          <a:prstGeom prst="rect">
            <a:avLst/>
          </a:prstGeom>
          <a:noFill/>
          <a:ln w="2556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lnSpc>
                <a:spcPct val="100000"/>
              </a:lnSpc>
              <a:buNone/>
              <a:defRPr lang="en-US" sz="1800" b="0" u="none" strike="noStrike">
                <a:solidFill>
                  <a:srgbClr val="898989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6A27C41-E63A-45D6-A7EB-2A0165FB1ECF}" type="slidenum">
              <a:rPr lang="en-US" sz="1800" b="0" u="none" strike="noStrike">
                <a:solidFill>
                  <a:srgbClr val="898989"/>
                </a:solidFill>
                <a:effectLst/>
                <a:uFillTx/>
                <a:latin typeface="Times New Roman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4.png"/><Relationship Id="rId5" Type="http://schemas.openxmlformats.org/officeDocument/2006/relationships/image" Target="../media/image5.svg"/><Relationship Id="rId6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image" Target="../media/image2.png"/><Relationship Id="rId5" Type="http://schemas.openxmlformats.org/officeDocument/2006/relationships/image" Target="../media/image3.svg"/><Relationship Id="rId6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sv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object 2"/>
          <p:cNvSpPr txBox="1"/>
          <p:nvPr/>
        </p:nvSpPr>
        <p:spPr>
          <a:xfrm>
            <a:off x="1447920" y="6585480"/>
            <a:ext cx="5085720" cy="501120"/>
          </a:xfrm>
          <a:prstGeom prst="rect">
            <a:avLst/>
          </a:prstGeom>
          <a:noFill/>
          <a:ln w="0">
            <a:noFill/>
          </a:ln>
        </p:spPr>
        <p:txBody>
          <a:bodyPr lIns="0" tIns="14760" rIns="0" bIns="0" anchor="t">
            <a:spAutoFit/>
          </a:bodyPr>
          <a:p>
            <a:pPr marL="12600">
              <a:lnSpc>
                <a:spcPct val="100000"/>
              </a:lnSpc>
              <a:spcBef>
                <a:spcPts val="116"/>
              </a:spcBef>
            </a:pPr>
            <a:r>
              <a:rPr lang="en-US" sz="3100" b="1" u="none" strike="noStrike">
                <a:solidFill>
                  <a:srgbClr val="FDFAF5"/>
                </a:solidFill>
                <a:effectLst/>
                <a:uFillTx/>
                <a:latin typeface="Calibri"/>
              </a:rPr>
              <a:t>A</a:t>
            </a:r>
            <a:r>
              <a:rPr lang="en-US" sz="3100" b="1" u="none" spc="-34" strike="noStrike">
                <a:solidFill>
                  <a:srgbClr val="FDFAF5"/>
                </a:solidFill>
                <a:effectLst/>
                <a:uFillTx/>
                <a:latin typeface="Calibri"/>
              </a:rPr>
              <a:t> </a:t>
            </a:r>
            <a:r>
              <a:rPr lang="en-US" sz="3100" b="1" u="none" strike="noStrike">
                <a:solidFill>
                  <a:srgbClr val="FDFAF5"/>
                </a:solidFill>
                <a:effectLst/>
                <a:uFillTx/>
                <a:latin typeface="Calibri"/>
              </a:rPr>
              <a:t>project</a:t>
            </a:r>
            <a:r>
              <a:rPr lang="en-US" sz="3100" b="1" u="none" spc="-31" strike="noStrike">
                <a:solidFill>
                  <a:srgbClr val="FDFAF5"/>
                </a:solidFill>
                <a:effectLst/>
                <a:uFillTx/>
                <a:latin typeface="Calibri"/>
              </a:rPr>
              <a:t> </a:t>
            </a:r>
            <a:r>
              <a:rPr lang="en-US" sz="3100" b="1" u="none" strike="noStrike">
                <a:solidFill>
                  <a:srgbClr val="FDFAF5"/>
                </a:solidFill>
                <a:effectLst/>
                <a:uFillTx/>
                <a:latin typeface="Calibri"/>
              </a:rPr>
              <a:t>by</a:t>
            </a:r>
            <a:r>
              <a:rPr lang="en-US" sz="3100" b="1" u="none" spc="-34" strike="noStrike">
                <a:solidFill>
                  <a:srgbClr val="FDFAF5"/>
                </a:solidFill>
                <a:effectLst/>
                <a:uFillTx/>
                <a:latin typeface="Calibri"/>
              </a:rPr>
              <a:t> </a:t>
            </a:r>
            <a:r>
              <a:rPr lang="de-AT" sz="3100" b="1" u="none" strike="noStrike">
                <a:solidFill>
                  <a:srgbClr val="FDFAF5"/>
                </a:solidFill>
                <a:effectLst/>
                <a:uFillTx/>
                <a:latin typeface="Calibri"/>
              </a:rPr>
              <a:t>Full Name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" name="object 5"/>
          <p:cNvPicPr/>
          <p:nvPr/>
        </p:nvPicPr>
        <p:blipFill>
          <a:blip r:embed="rId1"/>
          <a:stretch/>
        </p:blipFill>
        <p:spPr>
          <a:xfrm>
            <a:off x="11429640" y="-360"/>
            <a:ext cx="6858360" cy="10287360"/>
          </a:xfrm>
          <a:prstGeom prst="rect">
            <a:avLst/>
          </a:prstGeom>
          <a:noFill/>
          <a:ln w="25560">
            <a:noFill/>
          </a:ln>
        </p:spPr>
      </p:pic>
      <p:pic>
        <p:nvPicPr>
          <p:cNvPr id="68" name="Graphic 11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9810720" y="1638360"/>
            <a:ext cx="2857680" cy="1041480"/>
          </a:xfrm>
          <a:prstGeom prst="rect">
            <a:avLst/>
          </a:prstGeom>
          <a:noFill/>
          <a:ln w="25560">
            <a:noFill/>
          </a:ln>
        </p:spPr>
      </p:pic>
      <p:pic>
        <p:nvPicPr>
          <p:cNvPr id="69" name="Graphic 13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6382880" y="9334440"/>
            <a:ext cx="2857680" cy="1359000"/>
          </a:xfrm>
          <a:prstGeom prst="rect">
            <a:avLst/>
          </a:prstGeom>
          <a:noFill/>
          <a:ln w="25560">
            <a:noFill/>
          </a:ln>
        </p:spPr>
      </p:pic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215720" y="2743200"/>
            <a:ext cx="10023480" cy="3315240"/>
          </a:xfrm>
          <a:prstGeom prst="rect">
            <a:avLst/>
          </a:prstGeom>
          <a:noFill/>
          <a:ln w="25560">
            <a:noFill/>
          </a:ln>
        </p:spPr>
        <p:txBody>
          <a:bodyPr lIns="0" tIns="312480" rIns="0" bIns="0" anchor="t">
            <a:spAutoFit/>
          </a:bodyPr>
          <a:lstStyle>
            <a:lvl1pPr marL="12600" indent="0">
              <a:lnSpc>
                <a:spcPts val="11820"/>
              </a:lnSpc>
              <a:spcBef>
                <a:spcPts val="2460"/>
              </a:spcBef>
              <a:buNone/>
              <a:defRPr lang="en-US" sz="11800" b="1" u="none" spc="-300" strike="noStrike">
                <a:solidFill>
                  <a:srgbClr val="143532"/>
                </a:solidFill>
                <a:effectLst/>
                <a:uFillTx/>
                <a:latin typeface="Calibri"/>
              </a:defRPr>
            </a:lvl1pPr>
          </a:lstStyle>
          <a:p>
            <a:pPr marL="12600" indent="0">
              <a:lnSpc>
                <a:spcPts val="11820"/>
              </a:lnSpc>
              <a:spcBef>
                <a:spcPts val="2460"/>
              </a:spcBef>
              <a:buNone/>
            </a:pPr>
            <a:r>
              <a:rPr lang="en-US" sz="11800" b="1" u="none" spc="-300" strike="noStrike">
                <a:solidFill>
                  <a:srgbClr val="143532"/>
                </a:solidFill>
                <a:effectLst/>
                <a:uFillTx/>
                <a:latin typeface="Calibri"/>
              </a:rPr>
              <a:t>Ecosystem</a:t>
            </a:r>
            <a:br>
              <a:rPr sz="11800"/>
            </a:br>
            <a:r>
              <a:rPr lang="en-US" sz="11800" b="1" u="none" spc="-300" strike="noStrike">
                <a:solidFill>
                  <a:srgbClr val="143532"/>
                </a:solidFill>
                <a:effectLst/>
                <a:uFillTx/>
                <a:latin typeface="Calibri"/>
              </a:rPr>
              <a:t>Presentation</a:t>
            </a:r>
            <a:endParaRPr lang="en-US" sz="1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843480" y="637200"/>
            <a:ext cx="9748080" cy="883800"/>
          </a:xfrm>
          <a:prstGeom prst="rect">
            <a:avLst/>
          </a:prstGeom>
          <a:noFill/>
          <a:ln w="25560">
            <a:noFill/>
          </a:ln>
        </p:spPr>
        <p:txBody>
          <a:bodyPr lIns="0" tIns="16560" rIns="0" bIns="0" anchor="t">
            <a:spAutoFit/>
          </a:bodyPr>
          <a:lstStyle>
            <a:lvl1pPr marL="12600" indent="0" algn="ctr">
              <a:lnSpc>
                <a:spcPct val="100000"/>
              </a:lnSpc>
              <a:spcBef>
                <a:spcPts val="130"/>
              </a:spcBef>
              <a:buNone/>
              <a:defRPr lang="de-AT" sz="5600" b="1" u="none" spc="249" strike="noStrike">
                <a:solidFill>
                  <a:srgbClr val="143532"/>
                </a:solidFill>
                <a:effectLst/>
                <a:uFillTx/>
                <a:latin typeface="Calibri"/>
              </a:defRPr>
            </a:lvl1pPr>
          </a:lstStyle>
          <a:p>
            <a:pPr marL="12600" indent="0" algn="ctr">
              <a:lnSpc>
                <a:spcPct val="100000"/>
              </a:lnSpc>
              <a:spcBef>
                <a:spcPts val="130"/>
              </a:spcBef>
              <a:buNone/>
            </a:pPr>
            <a:r>
              <a:rPr lang="de-AT" sz="5600" b="1" u="none" spc="249" strike="noStrike">
                <a:solidFill>
                  <a:srgbClr val="143532"/>
                </a:solidFill>
                <a:effectLst/>
                <a:uFillTx/>
                <a:latin typeface="Calibri"/>
              </a:rPr>
              <a:t>Table of Contents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" name="object 5"/>
          <p:cNvPicPr/>
          <p:nvPr/>
        </p:nvPicPr>
        <p:blipFill>
          <a:blip r:embed="rId1"/>
          <a:srcRect l="0" t="10649" r="0" b="21480"/>
          <a:stretch/>
        </p:blipFill>
        <p:spPr>
          <a:xfrm>
            <a:off x="11430000" y="0"/>
            <a:ext cx="6858000" cy="9292320"/>
          </a:xfrm>
          <a:prstGeom prst="rect">
            <a:avLst/>
          </a:prstGeom>
          <a:noFill/>
          <a:ln w="25560">
            <a:noFill/>
          </a:ln>
        </p:spPr>
      </p:pic>
      <p:sp>
        <p:nvSpPr>
          <p:cNvPr id="73" name="object 7"/>
          <p:cNvSpPr txBox="1"/>
          <p:nvPr/>
        </p:nvSpPr>
        <p:spPr>
          <a:xfrm>
            <a:off x="843480" y="2164680"/>
            <a:ext cx="4556160" cy="4243320"/>
          </a:xfrm>
          <a:prstGeom prst="rect">
            <a:avLst/>
          </a:prstGeom>
          <a:noFill/>
          <a:ln w="0">
            <a:noFill/>
          </a:ln>
        </p:spPr>
        <p:txBody>
          <a:bodyPr lIns="0" tIns="133200" rIns="0" bIns="0" anchor="t">
            <a:spAutoFit/>
          </a:bodyPr>
          <a:p>
            <a:pPr marL="649440" indent="-636840">
              <a:lnSpc>
                <a:spcPct val="100000"/>
              </a:lnSpc>
              <a:spcBef>
                <a:spcPts val="1049"/>
              </a:spcBef>
              <a:buClr>
                <a:srgbClr val="000000"/>
              </a:buClr>
              <a:buFont typeface="OpenSymbol"/>
              <a:buAutoNum type="arabicPeriod"/>
              <a:tabLst>
                <a:tab pos="0" algn="l"/>
              </a:tabLst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Topic</a:t>
            </a:r>
            <a:r>
              <a:rPr lang="en-US" sz="3100" b="0" u="none" spc="-184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3100" b="0" u="none" spc="-11" strike="noStrike">
                <a:solidFill>
                  <a:srgbClr val="000000"/>
                </a:solidFill>
                <a:effectLst/>
                <a:uFillTx/>
                <a:latin typeface="Calibri"/>
              </a:rPr>
              <a:t>Overview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9040" indent="-676440">
              <a:lnSpc>
                <a:spcPct val="100000"/>
              </a:lnSpc>
              <a:spcBef>
                <a:spcPts val="955"/>
              </a:spcBef>
              <a:buClr>
                <a:srgbClr val="000000"/>
              </a:buClr>
              <a:buFont typeface="OpenSymbol"/>
              <a:buAutoNum type="arabicPeriod"/>
              <a:tabLst>
                <a:tab pos="0" algn="l"/>
              </a:tabLst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Detailed </a:t>
            </a:r>
            <a:r>
              <a:rPr lang="en-US" sz="3100" b="0" u="none" spc="-11" strike="noStrike">
                <a:solidFill>
                  <a:srgbClr val="000000"/>
                </a:solidFill>
                <a:effectLst/>
                <a:uFillTx/>
                <a:latin typeface="Calibri"/>
              </a:rPr>
              <a:t>Description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9040" indent="-676440">
              <a:lnSpc>
                <a:spcPct val="100000"/>
              </a:lnSpc>
              <a:spcBef>
                <a:spcPts val="955"/>
              </a:spcBef>
              <a:buClr>
                <a:srgbClr val="000000"/>
              </a:buClr>
              <a:buFont typeface="OpenSymbol"/>
              <a:buAutoNum type="arabicPeriod"/>
              <a:tabLst>
                <a:tab pos="0" algn="l"/>
              </a:tabLst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Illustrative</a:t>
            </a:r>
            <a:r>
              <a:rPr lang="en-US" sz="3100" b="0" u="none" spc="-19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3100" b="0" u="none" spc="-11" strike="noStrike">
                <a:solidFill>
                  <a:srgbClr val="000000"/>
                </a:solidFill>
                <a:effectLst/>
                <a:uFillTx/>
                <a:latin typeface="Calibri"/>
              </a:rPr>
              <a:t>Examples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9040" indent="-676440">
              <a:lnSpc>
                <a:spcPct val="100000"/>
              </a:lnSpc>
              <a:spcBef>
                <a:spcPts val="955"/>
              </a:spcBef>
              <a:buClr>
                <a:srgbClr val="000000"/>
              </a:buClr>
              <a:buFont typeface="OpenSymbol"/>
              <a:buAutoNum type="arabicPeriod"/>
              <a:tabLst>
                <a:tab pos="0" algn="l"/>
              </a:tabLst>
            </a:pPr>
            <a:r>
              <a:rPr lang="en-US" sz="3100" b="0" u="none" spc="-11" strike="noStrike">
                <a:solidFill>
                  <a:srgbClr val="000000"/>
                </a:solidFill>
                <a:effectLst/>
                <a:uFillTx/>
                <a:latin typeface="Calibri"/>
              </a:rPr>
              <a:t>Quote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9040" indent="-676440">
              <a:lnSpc>
                <a:spcPct val="100000"/>
              </a:lnSpc>
              <a:spcBef>
                <a:spcPts val="955"/>
              </a:spcBef>
              <a:buClr>
                <a:srgbClr val="000000"/>
              </a:buClr>
              <a:buFont typeface="OpenSymbol"/>
              <a:buAutoNum type="arabicPeriod"/>
              <a:tabLst>
                <a:tab pos="0" algn="l"/>
              </a:tabLst>
            </a:pPr>
            <a:r>
              <a:rPr lang="en-US" sz="3100" b="0" u="none" spc="-11" strike="noStrike">
                <a:solidFill>
                  <a:srgbClr val="000000"/>
                </a:solidFill>
                <a:effectLst/>
                <a:uFillTx/>
                <a:latin typeface="Calibri"/>
              </a:rPr>
              <a:t>Assignment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9040" indent="-676440">
              <a:lnSpc>
                <a:spcPct val="100000"/>
              </a:lnSpc>
              <a:spcBef>
                <a:spcPts val="961"/>
              </a:spcBef>
              <a:buClr>
                <a:srgbClr val="000000"/>
              </a:buClr>
              <a:buFont typeface="OpenSymbol"/>
              <a:buAutoNum type="arabicPeriod"/>
              <a:tabLst>
                <a:tab pos="0" algn="l"/>
              </a:tabLst>
            </a:pPr>
            <a:r>
              <a:rPr lang="en-US" sz="3100" b="0" u="none" spc="-26" strike="noStrike">
                <a:solidFill>
                  <a:srgbClr val="000000"/>
                </a:solidFill>
                <a:effectLst/>
                <a:uFillTx/>
                <a:latin typeface="Calibri"/>
              </a:rPr>
              <a:t>Q&amp;A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25320" indent="-612720">
              <a:lnSpc>
                <a:spcPct val="100000"/>
              </a:lnSpc>
              <a:spcBef>
                <a:spcPts val="955"/>
              </a:spcBef>
              <a:buClr>
                <a:srgbClr val="000000"/>
              </a:buClr>
              <a:buFont typeface="OpenSymbol"/>
              <a:buAutoNum type="arabicPeriod"/>
              <a:tabLst>
                <a:tab pos="0" algn="l"/>
              </a:tabLst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Contact </a:t>
            </a:r>
            <a:r>
              <a:rPr lang="en-US" sz="3100" b="0" u="none" spc="-11" strike="noStrike">
                <a:solidFill>
                  <a:srgbClr val="000000"/>
                </a:solidFill>
                <a:effectLst/>
                <a:uFillTx/>
                <a:latin typeface="Calibri"/>
              </a:rPr>
              <a:t>Information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ectangle 7"/>
          <p:cNvSpPr/>
          <p:nvPr/>
        </p:nvSpPr>
        <p:spPr>
          <a:xfrm>
            <a:off x="0" y="9292320"/>
            <a:ext cx="18288000" cy="994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435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5" name="Graphic 10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001160" y="2861640"/>
            <a:ext cx="2857680" cy="1282680"/>
          </a:xfrm>
          <a:prstGeom prst="rect">
            <a:avLst/>
          </a:prstGeom>
          <a:noFill/>
          <a:ln w="25560">
            <a:noFill/>
          </a:ln>
        </p:spPr>
      </p:pic>
      <p:pic>
        <p:nvPicPr>
          <p:cNvPr id="76" name="Graphic 12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6535520" y="5156280"/>
            <a:ext cx="2857680" cy="1041480"/>
          </a:xfrm>
          <a:prstGeom prst="rect">
            <a:avLst/>
          </a:prstGeom>
          <a:noFill/>
          <a:ln w="255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843480" y="637200"/>
            <a:ext cx="16489440" cy="883800"/>
          </a:xfrm>
          <a:prstGeom prst="rect">
            <a:avLst/>
          </a:prstGeom>
          <a:noFill/>
          <a:ln w="25560">
            <a:noFill/>
          </a:ln>
        </p:spPr>
        <p:txBody>
          <a:bodyPr lIns="0" tIns="16560" rIns="0" bIns="0" anchor="t">
            <a:spAutoFit/>
          </a:bodyPr>
          <a:lstStyle>
            <a:lvl1pPr marL="12600" indent="0" algn="ctr">
              <a:lnSpc>
                <a:spcPct val="100000"/>
              </a:lnSpc>
              <a:spcBef>
                <a:spcPts val="130"/>
              </a:spcBef>
              <a:buNone/>
              <a:defRPr lang="de-AT" sz="5600" b="1" u="none" spc="26" strike="noStrike">
                <a:solidFill>
                  <a:srgbClr val="143532"/>
                </a:solidFill>
                <a:effectLst/>
                <a:uFillTx/>
                <a:latin typeface="Calibri"/>
              </a:defRPr>
            </a:lvl1pPr>
          </a:lstStyle>
          <a:p>
            <a:pPr marL="12600" indent="0" algn="ctr">
              <a:lnSpc>
                <a:spcPct val="100000"/>
              </a:lnSpc>
              <a:spcBef>
                <a:spcPts val="130"/>
              </a:spcBef>
              <a:buNone/>
            </a:pPr>
            <a:r>
              <a:rPr lang="de-AT" sz="5600" b="1" u="none" spc="26" strike="noStrike">
                <a:solidFill>
                  <a:srgbClr val="143532"/>
                </a:solidFill>
                <a:effectLst/>
                <a:uFillTx/>
                <a:latin typeface="Calibri"/>
              </a:rPr>
              <a:t>Timeline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object 8"/>
          <p:cNvSpPr/>
          <p:nvPr/>
        </p:nvSpPr>
        <p:spPr>
          <a:xfrm>
            <a:off x="889920" y="2117880"/>
            <a:ext cx="3533760" cy="6600960"/>
          </a:xfrm>
          <a:custGeom>
            <a:avLst/>
            <a:gdLst>
              <a:gd name="textAreaLeft" fmla="*/ 0 w 3533760"/>
              <a:gd name="textAreaRight" fmla="*/ 3534120 w 3533760"/>
              <a:gd name="textAreaTop" fmla="*/ 0 h 6600960"/>
              <a:gd name="textAreaBottom" fmla="*/ 6601320 h 6600960"/>
            </a:gdLst>
            <a:ahLst/>
            <a:cxnLst/>
            <a:rect l="textAreaLeft" t="textAreaTop" r="textAreaRight" b="textAreaBottom"/>
            <a:pathLst>
              <a:path w="3533775" h="6600825">
                <a:moveTo>
                  <a:pt x="3064903" y="0"/>
                </a:moveTo>
                <a:lnTo>
                  <a:pt x="476250" y="0"/>
                </a:lnTo>
                <a:lnTo>
                  <a:pt x="460667" y="190"/>
                </a:lnTo>
                <a:lnTo>
                  <a:pt x="414083" y="4013"/>
                </a:lnTo>
                <a:lnTo>
                  <a:pt x="368096" y="12382"/>
                </a:lnTo>
                <a:lnTo>
                  <a:pt x="323138" y="25209"/>
                </a:lnTo>
                <a:lnTo>
                  <a:pt x="279666" y="42392"/>
                </a:lnTo>
                <a:lnTo>
                  <a:pt x="238099" y="63753"/>
                </a:lnTo>
                <a:lnTo>
                  <a:pt x="198805" y="89077"/>
                </a:lnTo>
                <a:lnTo>
                  <a:pt x="162191" y="118135"/>
                </a:lnTo>
                <a:lnTo>
                  <a:pt x="128600" y="150647"/>
                </a:lnTo>
                <a:lnTo>
                  <a:pt x="98361" y="186283"/>
                </a:lnTo>
                <a:lnTo>
                  <a:pt x="71767" y="224726"/>
                </a:lnTo>
                <a:lnTo>
                  <a:pt x="49060" y="265582"/>
                </a:lnTo>
                <a:lnTo>
                  <a:pt x="30467" y="308470"/>
                </a:lnTo>
                <a:lnTo>
                  <a:pt x="16167" y="352971"/>
                </a:lnTo>
                <a:lnTo>
                  <a:pt x="6299" y="398665"/>
                </a:lnTo>
                <a:lnTo>
                  <a:pt x="952" y="445096"/>
                </a:lnTo>
                <a:lnTo>
                  <a:pt x="0" y="468452"/>
                </a:lnTo>
                <a:lnTo>
                  <a:pt x="0" y="6124168"/>
                </a:lnTo>
                <a:lnTo>
                  <a:pt x="1523" y="6163081"/>
                </a:lnTo>
                <a:lnTo>
                  <a:pt x="7632" y="6209423"/>
                </a:lnTo>
                <a:lnTo>
                  <a:pt x="18249" y="6254953"/>
                </a:lnTo>
                <a:lnTo>
                  <a:pt x="33273" y="6299212"/>
                </a:lnTo>
                <a:lnTo>
                  <a:pt x="52565" y="6341795"/>
                </a:lnTo>
                <a:lnTo>
                  <a:pt x="75933" y="6382270"/>
                </a:lnTo>
                <a:lnTo>
                  <a:pt x="103162" y="6420269"/>
                </a:lnTo>
                <a:lnTo>
                  <a:pt x="133985" y="6455410"/>
                </a:lnTo>
                <a:lnTo>
                  <a:pt x="168097" y="6487363"/>
                </a:lnTo>
                <a:lnTo>
                  <a:pt x="205181" y="6515823"/>
                </a:lnTo>
                <a:lnTo>
                  <a:pt x="244868" y="6540500"/>
                </a:lnTo>
                <a:lnTo>
                  <a:pt x="286791" y="6561175"/>
                </a:lnTo>
                <a:lnTo>
                  <a:pt x="330542" y="6577634"/>
                </a:lnTo>
                <a:lnTo>
                  <a:pt x="375691" y="6589737"/>
                </a:lnTo>
                <a:lnTo>
                  <a:pt x="421817" y="6597357"/>
                </a:lnTo>
                <a:lnTo>
                  <a:pt x="468452" y="6600418"/>
                </a:lnTo>
                <a:lnTo>
                  <a:pt x="3057118" y="6600418"/>
                </a:lnTo>
                <a:lnTo>
                  <a:pt x="3096031" y="6598881"/>
                </a:lnTo>
                <a:lnTo>
                  <a:pt x="3142373" y="6592785"/>
                </a:lnTo>
                <a:lnTo>
                  <a:pt x="3187903" y="6582168"/>
                </a:lnTo>
                <a:lnTo>
                  <a:pt x="3232162" y="6567131"/>
                </a:lnTo>
                <a:lnTo>
                  <a:pt x="3274733" y="6547853"/>
                </a:lnTo>
                <a:lnTo>
                  <a:pt x="3315220" y="6524485"/>
                </a:lnTo>
                <a:lnTo>
                  <a:pt x="3353219" y="6497256"/>
                </a:lnTo>
                <a:lnTo>
                  <a:pt x="3388360" y="6466433"/>
                </a:lnTo>
                <a:lnTo>
                  <a:pt x="3420313" y="6432321"/>
                </a:lnTo>
                <a:lnTo>
                  <a:pt x="3448773" y="6395237"/>
                </a:lnTo>
                <a:lnTo>
                  <a:pt x="3473450" y="6355537"/>
                </a:lnTo>
                <a:lnTo>
                  <a:pt x="3494125" y="6313614"/>
                </a:lnTo>
                <a:lnTo>
                  <a:pt x="3510584" y="6269863"/>
                </a:lnTo>
                <a:lnTo>
                  <a:pt x="3522687" y="6224714"/>
                </a:lnTo>
                <a:lnTo>
                  <a:pt x="3530307" y="6178600"/>
                </a:lnTo>
                <a:lnTo>
                  <a:pt x="3533355" y="6131953"/>
                </a:lnTo>
                <a:lnTo>
                  <a:pt x="3533368" y="476250"/>
                </a:lnTo>
                <a:lnTo>
                  <a:pt x="3533165" y="460667"/>
                </a:lnTo>
                <a:lnTo>
                  <a:pt x="3529342" y="414083"/>
                </a:lnTo>
                <a:lnTo>
                  <a:pt x="3520973" y="368096"/>
                </a:lnTo>
                <a:lnTo>
                  <a:pt x="3508146" y="323138"/>
                </a:lnTo>
                <a:lnTo>
                  <a:pt x="3490976" y="279666"/>
                </a:lnTo>
                <a:lnTo>
                  <a:pt x="3469614" y="238099"/>
                </a:lnTo>
                <a:lnTo>
                  <a:pt x="3444278" y="198805"/>
                </a:lnTo>
                <a:lnTo>
                  <a:pt x="3415220" y="162191"/>
                </a:lnTo>
                <a:lnTo>
                  <a:pt x="3382708" y="128600"/>
                </a:lnTo>
                <a:lnTo>
                  <a:pt x="3347072" y="98361"/>
                </a:lnTo>
                <a:lnTo>
                  <a:pt x="3308642" y="71767"/>
                </a:lnTo>
                <a:lnTo>
                  <a:pt x="3267786" y="49060"/>
                </a:lnTo>
                <a:lnTo>
                  <a:pt x="3224898" y="30467"/>
                </a:lnTo>
                <a:lnTo>
                  <a:pt x="3180384" y="16167"/>
                </a:lnTo>
                <a:lnTo>
                  <a:pt x="3134702" y="6299"/>
                </a:lnTo>
                <a:lnTo>
                  <a:pt x="3088271" y="952"/>
                </a:lnTo>
                <a:lnTo>
                  <a:pt x="3064903" y="0"/>
                </a:lnTo>
                <a:close/>
              </a:path>
            </a:pathLst>
          </a:custGeom>
          <a:solidFill>
            <a:srgbClr val="FDFA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object 10"/>
          <p:cNvSpPr/>
          <p:nvPr/>
        </p:nvSpPr>
        <p:spPr>
          <a:xfrm>
            <a:off x="5193000" y="2117880"/>
            <a:ext cx="3533760" cy="6600960"/>
          </a:xfrm>
          <a:custGeom>
            <a:avLst/>
            <a:gdLst>
              <a:gd name="textAreaLeft" fmla="*/ 0 w 3533760"/>
              <a:gd name="textAreaRight" fmla="*/ 3534120 w 3533760"/>
              <a:gd name="textAreaTop" fmla="*/ 0 h 6600960"/>
              <a:gd name="textAreaBottom" fmla="*/ 6601320 h 6600960"/>
            </a:gdLst>
            <a:ahLst/>
            <a:cxnLst/>
            <a:rect l="textAreaLeft" t="textAreaTop" r="textAreaRight" b="textAreaBottom"/>
            <a:pathLst>
              <a:path w="3533775" h="6600825">
                <a:moveTo>
                  <a:pt x="3064903" y="0"/>
                </a:moveTo>
                <a:lnTo>
                  <a:pt x="476250" y="0"/>
                </a:lnTo>
                <a:lnTo>
                  <a:pt x="460667" y="190"/>
                </a:lnTo>
                <a:lnTo>
                  <a:pt x="414083" y="4013"/>
                </a:lnTo>
                <a:lnTo>
                  <a:pt x="368096" y="12382"/>
                </a:lnTo>
                <a:lnTo>
                  <a:pt x="323138" y="25209"/>
                </a:lnTo>
                <a:lnTo>
                  <a:pt x="279666" y="42392"/>
                </a:lnTo>
                <a:lnTo>
                  <a:pt x="238099" y="63753"/>
                </a:lnTo>
                <a:lnTo>
                  <a:pt x="198805" y="89077"/>
                </a:lnTo>
                <a:lnTo>
                  <a:pt x="162191" y="118135"/>
                </a:lnTo>
                <a:lnTo>
                  <a:pt x="128600" y="150647"/>
                </a:lnTo>
                <a:lnTo>
                  <a:pt x="98361" y="186283"/>
                </a:lnTo>
                <a:lnTo>
                  <a:pt x="71767" y="224726"/>
                </a:lnTo>
                <a:lnTo>
                  <a:pt x="49060" y="265582"/>
                </a:lnTo>
                <a:lnTo>
                  <a:pt x="30467" y="308470"/>
                </a:lnTo>
                <a:lnTo>
                  <a:pt x="16167" y="352971"/>
                </a:lnTo>
                <a:lnTo>
                  <a:pt x="6299" y="398665"/>
                </a:lnTo>
                <a:lnTo>
                  <a:pt x="952" y="445096"/>
                </a:lnTo>
                <a:lnTo>
                  <a:pt x="0" y="468452"/>
                </a:lnTo>
                <a:lnTo>
                  <a:pt x="0" y="6124168"/>
                </a:lnTo>
                <a:lnTo>
                  <a:pt x="1523" y="6163081"/>
                </a:lnTo>
                <a:lnTo>
                  <a:pt x="7632" y="6209423"/>
                </a:lnTo>
                <a:lnTo>
                  <a:pt x="18249" y="6254953"/>
                </a:lnTo>
                <a:lnTo>
                  <a:pt x="33273" y="6299212"/>
                </a:lnTo>
                <a:lnTo>
                  <a:pt x="52565" y="6341795"/>
                </a:lnTo>
                <a:lnTo>
                  <a:pt x="75933" y="6382270"/>
                </a:lnTo>
                <a:lnTo>
                  <a:pt x="103162" y="6420269"/>
                </a:lnTo>
                <a:lnTo>
                  <a:pt x="133985" y="6455410"/>
                </a:lnTo>
                <a:lnTo>
                  <a:pt x="168097" y="6487363"/>
                </a:lnTo>
                <a:lnTo>
                  <a:pt x="205181" y="6515823"/>
                </a:lnTo>
                <a:lnTo>
                  <a:pt x="244868" y="6540500"/>
                </a:lnTo>
                <a:lnTo>
                  <a:pt x="286791" y="6561175"/>
                </a:lnTo>
                <a:lnTo>
                  <a:pt x="330542" y="6577634"/>
                </a:lnTo>
                <a:lnTo>
                  <a:pt x="375691" y="6589737"/>
                </a:lnTo>
                <a:lnTo>
                  <a:pt x="421817" y="6597357"/>
                </a:lnTo>
                <a:lnTo>
                  <a:pt x="468452" y="6600418"/>
                </a:lnTo>
                <a:lnTo>
                  <a:pt x="3057118" y="6600418"/>
                </a:lnTo>
                <a:lnTo>
                  <a:pt x="3096031" y="6598881"/>
                </a:lnTo>
                <a:lnTo>
                  <a:pt x="3142373" y="6592785"/>
                </a:lnTo>
                <a:lnTo>
                  <a:pt x="3187903" y="6582168"/>
                </a:lnTo>
                <a:lnTo>
                  <a:pt x="3232162" y="6567131"/>
                </a:lnTo>
                <a:lnTo>
                  <a:pt x="3274745" y="6547853"/>
                </a:lnTo>
                <a:lnTo>
                  <a:pt x="3315220" y="6524485"/>
                </a:lnTo>
                <a:lnTo>
                  <a:pt x="3353206" y="6497256"/>
                </a:lnTo>
                <a:lnTo>
                  <a:pt x="3388360" y="6466433"/>
                </a:lnTo>
                <a:lnTo>
                  <a:pt x="3420313" y="6432321"/>
                </a:lnTo>
                <a:lnTo>
                  <a:pt x="3448773" y="6395237"/>
                </a:lnTo>
                <a:lnTo>
                  <a:pt x="3473450" y="6355537"/>
                </a:lnTo>
                <a:lnTo>
                  <a:pt x="3494125" y="6313614"/>
                </a:lnTo>
                <a:lnTo>
                  <a:pt x="3510584" y="6269863"/>
                </a:lnTo>
                <a:lnTo>
                  <a:pt x="3522687" y="6224714"/>
                </a:lnTo>
                <a:lnTo>
                  <a:pt x="3530307" y="6178600"/>
                </a:lnTo>
                <a:lnTo>
                  <a:pt x="3533355" y="6131953"/>
                </a:lnTo>
                <a:lnTo>
                  <a:pt x="3533368" y="476250"/>
                </a:lnTo>
                <a:lnTo>
                  <a:pt x="3533165" y="460667"/>
                </a:lnTo>
                <a:lnTo>
                  <a:pt x="3529342" y="414083"/>
                </a:lnTo>
                <a:lnTo>
                  <a:pt x="3520973" y="368096"/>
                </a:lnTo>
                <a:lnTo>
                  <a:pt x="3508146" y="323138"/>
                </a:lnTo>
                <a:lnTo>
                  <a:pt x="3490976" y="279666"/>
                </a:lnTo>
                <a:lnTo>
                  <a:pt x="3469614" y="238099"/>
                </a:lnTo>
                <a:lnTo>
                  <a:pt x="3444278" y="198805"/>
                </a:lnTo>
                <a:lnTo>
                  <a:pt x="3415220" y="162191"/>
                </a:lnTo>
                <a:lnTo>
                  <a:pt x="3382708" y="128600"/>
                </a:lnTo>
                <a:lnTo>
                  <a:pt x="3347072" y="98361"/>
                </a:lnTo>
                <a:lnTo>
                  <a:pt x="3308642" y="71767"/>
                </a:lnTo>
                <a:lnTo>
                  <a:pt x="3267786" y="49060"/>
                </a:lnTo>
                <a:lnTo>
                  <a:pt x="3224898" y="30467"/>
                </a:lnTo>
                <a:lnTo>
                  <a:pt x="3180384" y="16167"/>
                </a:lnTo>
                <a:lnTo>
                  <a:pt x="3134702" y="6299"/>
                </a:lnTo>
                <a:lnTo>
                  <a:pt x="3088271" y="952"/>
                </a:lnTo>
                <a:lnTo>
                  <a:pt x="3064903" y="0"/>
                </a:lnTo>
                <a:close/>
              </a:path>
            </a:pathLst>
          </a:custGeom>
          <a:solidFill>
            <a:srgbClr val="FDFA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object 12"/>
          <p:cNvSpPr/>
          <p:nvPr/>
        </p:nvSpPr>
        <p:spPr>
          <a:xfrm>
            <a:off x="9496080" y="2117880"/>
            <a:ext cx="3533760" cy="6600960"/>
          </a:xfrm>
          <a:custGeom>
            <a:avLst/>
            <a:gdLst>
              <a:gd name="textAreaLeft" fmla="*/ 0 w 3533760"/>
              <a:gd name="textAreaRight" fmla="*/ 3534120 w 3533760"/>
              <a:gd name="textAreaTop" fmla="*/ 0 h 6600960"/>
              <a:gd name="textAreaBottom" fmla="*/ 6601320 h 6600960"/>
            </a:gdLst>
            <a:ahLst/>
            <a:cxnLst/>
            <a:rect l="textAreaLeft" t="textAreaTop" r="textAreaRight" b="textAreaBottom"/>
            <a:pathLst>
              <a:path w="3533775" h="6600825">
                <a:moveTo>
                  <a:pt x="3064903" y="0"/>
                </a:moveTo>
                <a:lnTo>
                  <a:pt x="476250" y="0"/>
                </a:lnTo>
                <a:lnTo>
                  <a:pt x="460667" y="190"/>
                </a:lnTo>
                <a:lnTo>
                  <a:pt x="414083" y="4013"/>
                </a:lnTo>
                <a:lnTo>
                  <a:pt x="368096" y="12382"/>
                </a:lnTo>
                <a:lnTo>
                  <a:pt x="323138" y="25209"/>
                </a:lnTo>
                <a:lnTo>
                  <a:pt x="279666" y="42392"/>
                </a:lnTo>
                <a:lnTo>
                  <a:pt x="238099" y="63753"/>
                </a:lnTo>
                <a:lnTo>
                  <a:pt x="198805" y="89077"/>
                </a:lnTo>
                <a:lnTo>
                  <a:pt x="162191" y="118135"/>
                </a:lnTo>
                <a:lnTo>
                  <a:pt x="128600" y="150647"/>
                </a:lnTo>
                <a:lnTo>
                  <a:pt x="98361" y="186283"/>
                </a:lnTo>
                <a:lnTo>
                  <a:pt x="71767" y="224726"/>
                </a:lnTo>
                <a:lnTo>
                  <a:pt x="49060" y="265582"/>
                </a:lnTo>
                <a:lnTo>
                  <a:pt x="30467" y="308470"/>
                </a:lnTo>
                <a:lnTo>
                  <a:pt x="16167" y="352971"/>
                </a:lnTo>
                <a:lnTo>
                  <a:pt x="6299" y="398665"/>
                </a:lnTo>
                <a:lnTo>
                  <a:pt x="952" y="445096"/>
                </a:lnTo>
                <a:lnTo>
                  <a:pt x="0" y="468452"/>
                </a:lnTo>
                <a:lnTo>
                  <a:pt x="0" y="6124168"/>
                </a:lnTo>
                <a:lnTo>
                  <a:pt x="1523" y="6163081"/>
                </a:lnTo>
                <a:lnTo>
                  <a:pt x="7632" y="6209423"/>
                </a:lnTo>
                <a:lnTo>
                  <a:pt x="18249" y="6254953"/>
                </a:lnTo>
                <a:lnTo>
                  <a:pt x="33273" y="6299212"/>
                </a:lnTo>
                <a:lnTo>
                  <a:pt x="52565" y="6341795"/>
                </a:lnTo>
                <a:lnTo>
                  <a:pt x="75933" y="6382270"/>
                </a:lnTo>
                <a:lnTo>
                  <a:pt x="103162" y="6420269"/>
                </a:lnTo>
                <a:lnTo>
                  <a:pt x="133972" y="6455410"/>
                </a:lnTo>
                <a:lnTo>
                  <a:pt x="168097" y="6487363"/>
                </a:lnTo>
                <a:lnTo>
                  <a:pt x="205181" y="6515823"/>
                </a:lnTo>
                <a:lnTo>
                  <a:pt x="244868" y="6540500"/>
                </a:lnTo>
                <a:lnTo>
                  <a:pt x="286791" y="6561175"/>
                </a:lnTo>
                <a:lnTo>
                  <a:pt x="330542" y="6577634"/>
                </a:lnTo>
                <a:lnTo>
                  <a:pt x="375691" y="6589737"/>
                </a:lnTo>
                <a:lnTo>
                  <a:pt x="421817" y="6597357"/>
                </a:lnTo>
                <a:lnTo>
                  <a:pt x="468452" y="6600418"/>
                </a:lnTo>
                <a:lnTo>
                  <a:pt x="3057118" y="6600418"/>
                </a:lnTo>
                <a:lnTo>
                  <a:pt x="3096031" y="6598881"/>
                </a:lnTo>
                <a:lnTo>
                  <a:pt x="3142373" y="6592785"/>
                </a:lnTo>
                <a:lnTo>
                  <a:pt x="3187903" y="6582168"/>
                </a:lnTo>
                <a:lnTo>
                  <a:pt x="3232162" y="6567131"/>
                </a:lnTo>
                <a:lnTo>
                  <a:pt x="3274745" y="6547853"/>
                </a:lnTo>
                <a:lnTo>
                  <a:pt x="3315220" y="6524485"/>
                </a:lnTo>
                <a:lnTo>
                  <a:pt x="3353206" y="6497256"/>
                </a:lnTo>
                <a:lnTo>
                  <a:pt x="3388360" y="6466433"/>
                </a:lnTo>
                <a:lnTo>
                  <a:pt x="3420313" y="6432321"/>
                </a:lnTo>
                <a:lnTo>
                  <a:pt x="3448773" y="6395237"/>
                </a:lnTo>
                <a:lnTo>
                  <a:pt x="3473450" y="6355537"/>
                </a:lnTo>
                <a:lnTo>
                  <a:pt x="3494125" y="6313614"/>
                </a:lnTo>
                <a:lnTo>
                  <a:pt x="3510584" y="6269863"/>
                </a:lnTo>
                <a:lnTo>
                  <a:pt x="3522687" y="6224714"/>
                </a:lnTo>
                <a:lnTo>
                  <a:pt x="3530307" y="6178600"/>
                </a:lnTo>
                <a:lnTo>
                  <a:pt x="3533355" y="6131953"/>
                </a:lnTo>
                <a:lnTo>
                  <a:pt x="3533368" y="476250"/>
                </a:lnTo>
                <a:lnTo>
                  <a:pt x="3533165" y="460667"/>
                </a:lnTo>
                <a:lnTo>
                  <a:pt x="3529342" y="414083"/>
                </a:lnTo>
                <a:lnTo>
                  <a:pt x="3520973" y="368096"/>
                </a:lnTo>
                <a:lnTo>
                  <a:pt x="3508146" y="323138"/>
                </a:lnTo>
                <a:lnTo>
                  <a:pt x="3490976" y="279666"/>
                </a:lnTo>
                <a:lnTo>
                  <a:pt x="3469614" y="238099"/>
                </a:lnTo>
                <a:lnTo>
                  <a:pt x="3444278" y="198805"/>
                </a:lnTo>
                <a:lnTo>
                  <a:pt x="3415220" y="162191"/>
                </a:lnTo>
                <a:lnTo>
                  <a:pt x="3382708" y="128600"/>
                </a:lnTo>
                <a:lnTo>
                  <a:pt x="3347072" y="98361"/>
                </a:lnTo>
                <a:lnTo>
                  <a:pt x="3308642" y="71767"/>
                </a:lnTo>
                <a:lnTo>
                  <a:pt x="3267786" y="49060"/>
                </a:lnTo>
                <a:lnTo>
                  <a:pt x="3224898" y="30467"/>
                </a:lnTo>
                <a:lnTo>
                  <a:pt x="3180384" y="16167"/>
                </a:lnTo>
                <a:lnTo>
                  <a:pt x="3134702" y="6299"/>
                </a:lnTo>
                <a:lnTo>
                  <a:pt x="3088271" y="952"/>
                </a:lnTo>
                <a:lnTo>
                  <a:pt x="3064903" y="0"/>
                </a:lnTo>
                <a:close/>
              </a:path>
            </a:pathLst>
          </a:custGeom>
          <a:solidFill>
            <a:srgbClr val="FDFA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object 14"/>
          <p:cNvSpPr/>
          <p:nvPr/>
        </p:nvSpPr>
        <p:spPr>
          <a:xfrm>
            <a:off x="13799160" y="2117880"/>
            <a:ext cx="3533760" cy="6600960"/>
          </a:xfrm>
          <a:custGeom>
            <a:avLst/>
            <a:gdLst>
              <a:gd name="textAreaLeft" fmla="*/ 0 w 3533760"/>
              <a:gd name="textAreaRight" fmla="*/ 3534120 w 3533760"/>
              <a:gd name="textAreaTop" fmla="*/ 0 h 6600960"/>
              <a:gd name="textAreaBottom" fmla="*/ 6601320 h 6600960"/>
            </a:gdLst>
            <a:ahLst/>
            <a:cxnLst/>
            <a:rect l="textAreaLeft" t="textAreaTop" r="textAreaRight" b="textAreaBottom"/>
            <a:pathLst>
              <a:path w="3533775" h="6600825">
                <a:moveTo>
                  <a:pt x="3064903" y="0"/>
                </a:moveTo>
                <a:lnTo>
                  <a:pt x="476250" y="0"/>
                </a:lnTo>
                <a:lnTo>
                  <a:pt x="460667" y="190"/>
                </a:lnTo>
                <a:lnTo>
                  <a:pt x="414083" y="4013"/>
                </a:lnTo>
                <a:lnTo>
                  <a:pt x="368096" y="12382"/>
                </a:lnTo>
                <a:lnTo>
                  <a:pt x="323138" y="25209"/>
                </a:lnTo>
                <a:lnTo>
                  <a:pt x="279666" y="42392"/>
                </a:lnTo>
                <a:lnTo>
                  <a:pt x="238099" y="63753"/>
                </a:lnTo>
                <a:lnTo>
                  <a:pt x="198805" y="89077"/>
                </a:lnTo>
                <a:lnTo>
                  <a:pt x="162191" y="118135"/>
                </a:lnTo>
                <a:lnTo>
                  <a:pt x="128600" y="150647"/>
                </a:lnTo>
                <a:lnTo>
                  <a:pt x="98361" y="186283"/>
                </a:lnTo>
                <a:lnTo>
                  <a:pt x="71767" y="224726"/>
                </a:lnTo>
                <a:lnTo>
                  <a:pt x="49060" y="265582"/>
                </a:lnTo>
                <a:lnTo>
                  <a:pt x="30467" y="308470"/>
                </a:lnTo>
                <a:lnTo>
                  <a:pt x="16167" y="352971"/>
                </a:lnTo>
                <a:lnTo>
                  <a:pt x="6299" y="398665"/>
                </a:lnTo>
                <a:lnTo>
                  <a:pt x="952" y="445096"/>
                </a:lnTo>
                <a:lnTo>
                  <a:pt x="0" y="468452"/>
                </a:lnTo>
                <a:lnTo>
                  <a:pt x="0" y="6124168"/>
                </a:lnTo>
                <a:lnTo>
                  <a:pt x="1523" y="6163081"/>
                </a:lnTo>
                <a:lnTo>
                  <a:pt x="7632" y="6209423"/>
                </a:lnTo>
                <a:lnTo>
                  <a:pt x="18249" y="6254953"/>
                </a:lnTo>
                <a:lnTo>
                  <a:pt x="33273" y="6299212"/>
                </a:lnTo>
                <a:lnTo>
                  <a:pt x="52565" y="6341795"/>
                </a:lnTo>
                <a:lnTo>
                  <a:pt x="75933" y="6382270"/>
                </a:lnTo>
                <a:lnTo>
                  <a:pt x="103162" y="6420269"/>
                </a:lnTo>
                <a:lnTo>
                  <a:pt x="133985" y="6455410"/>
                </a:lnTo>
                <a:lnTo>
                  <a:pt x="168097" y="6487363"/>
                </a:lnTo>
                <a:lnTo>
                  <a:pt x="205181" y="6515823"/>
                </a:lnTo>
                <a:lnTo>
                  <a:pt x="244868" y="6540500"/>
                </a:lnTo>
                <a:lnTo>
                  <a:pt x="286791" y="6561175"/>
                </a:lnTo>
                <a:lnTo>
                  <a:pt x="330542" y="6577634"/>
                </a:lnTo>
                <a:lnTo>
                  <a:pt x="375691" y="6589737"/>
                </a:lnTo>
                <a:lnTo>
                  <a:pt x="421817" y="6597357"/>
                </a:lnTo>
                <a:lnTo>
                  <a:pt x="468452" y="6600418"/>
                </a:lnTo>
                <a:lnTo>
                  <a:pt x="3057118" y="6600418"/>
                </a:lnTo>
                <a:lnTo>
                  <a:pt x="3096031" y="6598881"/>
                </a:lnTo>
                <a:lnTo>
                  <a:pt x="3142373" y="6592785"/>
                </a:lnTo>
                <a:lnTo>
                  <a:pt x="3187903" y="6582168"/>
                </a:lnTo>
                <a:lnTo>
                  <a:pt x="3232162" y="6567131"/>
                </a:lnTo>
                <a:lnTo>
                  <a:pt x="3274745" y="6547853"/>
                </a:lnTo>
                <a:lnTo>
                  <a:pt x="3315220" y="6524485"/>
                </a:lnTo>
                <a:lnTo>
                  <a:pt x="3353206" y="6497256"/>
                </a:lnTo>
                <a:lnTo>
                  <a:pt x="3388360" y="6466433"/>
                </a:lnTo>
                <a:lnTo>
                  <a:pt x="3420313" y="6432321"/>
                </a:lnTo>
                <a:lnTo>
                  <a:pt x="3448773" y="6395237"/>
                </a:lnTo>
                <a:lnTo>
                  <a:pt x="3473450" y="6355537"/>
                </a:lnTo>
                <a:lnTo>
                  <a:pt x="3494125" y="6313614"/>
                </a:lnTo>
                <a:lnTo>
                  <a:pt x="3510584" y="6269863"/>
                </a:lnTo>
                <a:lnTo>
                  <a:pt x="3522687" y="6224714"/>
                </a:lnTo>
                <a:lnTo>
                  <a:pt x="3530295" y="6178600"/>
                </a:lnTo>
                <a:lnTo>
                  <a:pt x="3533355" y="6131953"/>
                </a:lnTo>
                <a:lnTo>
                  <a:pt x="3533368" y="476250"/>
                </a:lnTo>
                <a:lnTo>
                  <a:pt x="3533165" y="460667"/>
                </a:lnTo>
                <a:lnTo>
                  <a:pt x="3529342" y="414083"/>
                </a:lnTo>
                <a:lnTo>
                  <a:pt x="3520986" y="368096"/>
                </a:lnTo>
                <a:lnTo>
                  <a:pt x="3508146" y="323138"/>
                </a:lnTo>
                <a:lnTo>
                  <a:pt x="3490976" y="279666"/>
                </a:lnTo>
                <a:lnTo>
                  <a:pt x="3469614" y="238099"/>
                </a:lnTo>
                <a:lnTo>
                  <a:pt x="3444278" y="198805"/>
                </a:lnTo>
                <a:lnTo>
                  <a:pt x="3415220" y="162191"/>
                </a:lnTo>
                <a:lnTo>
                  <a:pt x="3382708" y="128600"/>
                </a:lnTo>
                <a:lnTo>
                  <a:pt x="3347072" y="98361"/>
                </a:lnTo>
                <a:lnTo>
                  <a:pt x="3308642" y="71767"/>
                </a:lnTo>
                <a:lnTo>
                  <a:pt x="3267786" y="49060"/>
                </a:lnTo>
                <a:lnTo>
                  <a:pt x="3224898" y="30467"/>
                </a:lnTo>
                <a:lnTo>
                  <a:pt x="3180384" y="16167"/>
                </a:lnTo>
                <a:lnTo>
                  <a:pt x="3134702" y="6299"/>
                </a:lnTo>
                <a:lnTo>
                  <a:pt x="3088271" y="952"/>
                </a:lnTo>
                <a:lnTo>
                  <a:pt x="3064903" y="0"/>
                </a:lnTo>
                <a:close/>
              </a:path>
            </a:pathLst>
          </a:custGeom>
          <a:solidFill>
            <a:srgbClr val="FDFA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object 17"/>
          <p:cNvSpPr/>
          <p:nvPr/>
        </p:nvSpPr>
        <p:spPr>
          <a:xfrm>
            <a:off x="8879400" y="5153040"/>
            <a:ext cx="473760" cy="531000"/>
          </a:xfrm>
          <a:custGeom>
            <a:avLst/>
            <a:gdLst>
              <a:gd name="textAreaLeft" fmla="*/ 0 w 473760"/>
              <a:gd name="textAreaRight" fmla="*/ 474120 w 473760"/>
              <a:gd name="textAreaTop" fmla="*/ 0 h 531000"/>
              <a:gd name="textAreaBottom" fmla="*/ 531360 h 531000"/>
            </a:gdLst>
            <a:ahLst/>
            <a:cxnLst/>
            <a:rect l="textAreaLeft" t="textAreaTop" r="textAreaRight" b="textAreaBottom"/>
            <a:pathLst>
              <a:path w="473709" h="530860">
                <a:moveTo>
                  <a:pt x="47764" y="0"/>
                </a:moveTo>
                <a:lnTo>
                  <a:pt x="24287" y="6105"/>
                </a:lnTo>
                <a:lnTo>
                  <a:pt x="6836" y="22672"/>
                </a:lnTo>
                <a:lnTo>
                  <a:pt x="0" y="47321"/>
                </a:lnTo>
                <a:lnTo>
                  <a:pt x="0" y="481738"/>
                </a:lnTo>
                <a:lnTo>
                  <a:pt x="6843" y="506649"/>
                </a:lnTo>
                <a:lnTo>
                  <a:pt x="24306" y="523791"/>
                </a:lnTo>
                <a:lnTo>
                  <a:pt x="47786" y="530469"/>
                </a:lnTo>
                <a:lnTo>
                  <a:pt x="72682" y="523991"/>
                </a:lnTo>
                <a:lnTo>
                  <a:pt x="449618" y="307621"/>
                </a:lnTo>
                <a:lnTo>
                  <a:pt x="467670" y="289182"/>
                </a:lnTo>
                <a:lnTo>
                  <a:pt x="473687" y="265363"/>
                </a:lnTo>
                <a:lnTo>
                  <a:pt x="467670" y="241546"/>
                </a:lnTo>
                <a:lnTo>
                  <a:pt x="449618" y="223115"/>
                </a:lnTo>
                <a:lnTo>
                  <a:pt x="72682" y="6732"/>
                </a:lnTo>
                <a:lnTo>
                  <a:pt x="47764" y="0"/>
                </a:lnTo>
                <a:close/>
              </a:path>
            </a:pathLst>
          </a:custGeom>
          <a:solidFill>
            <a:srgbClr val="1435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object 19"/>
          <p:cNvSpPr/>
          <p:nvPr/>
        </p:nvSpPr>
        <p:spPr>
          <a:xfrm>
            <a:off x="13182480" y="5153040"/>
            <a:ext cx="473760" cy="531000"/>
          </a:xfrm>
          <a:custGeom>
            <a:avLst/>
            <a:gdLst>
              <a:gd name="textAreaLeft" fmla="*/ 0 w 473760"/>
              <a:gd name="textAreaRight" fmla="*/ 474120 w 473760"/>
              <a:gd name="textAreaTop" fmla="*/ 0 h 531000"/>
              <a:gd name="textAreaBottom" fmla="*/ 531360 h 531000"/>
            </a:gdLst>
            <a:ahLst/>
            <a:cxnLst/>
            <a:rect l="textAreaLeft" t="textAreaTop" r="textAreaRight" b="textAreaBottom"/>
            <a:pathLst>
              <a:path w="473709" h="530860">
                <a:moveTo>
                  <a:pt x="47764" y="0"/>
                </a:moveTo>
                <a:lnTo>
                  <a:pt x="24287" y="6105"/>
                </a:lnTo>
                <a:lnTo>
                  <a:pt x="6836" y="22672"/>
                </a:lnTo>
                <a:lnTo>
                  <a:pt x="0" y="47321"/>
                </a:lnTo>
                <a:lnTo>
                  <a:pt x="0" y="481738"/>
                </a:lnTo>
                <a:lnTo>
                  <a:pt x="6843" y="506649"/>
                </a:lnTo>
                <a:lnTo>
                  <a:pt x="24306" y="523791"/>
                </a:lnTo>
                <a:lnTo>
                  <a:pt x="47786" y="530469"/>
                </a:lnTo>
                <a:lnTo>
                  <a:pt x="72682" y="523991"/>
                </a:lnTo>
                <a:lnTo>
                  <a:pt x="449618" y="307621"/>
                </a:lnTo>
                <a:lnTo>
                  <a:pt x="467670" y="289182"/>
                </a:lnTo>
                <a:lnTo>
                  <a:pt x="473687" y="265363"/>
                </a:lnTo>
                <a:lnTo>
                  <a:pt x="467670" y="241546"/>
                </a:lnTo>
                <a:lnTo>
                  <a:pt x="449618" y="223115"/>
                </a:lnTo>
                <a:lnTo>
                  <a:pt x="72682" y="6732"/>
                </a:lnTo>
                <a:lnTo>
                  <a:pt x="47764" y="0"/>
                </a:lnTo>
                <a:close/>
              </a:path>
            </a:pathLst>
          </a:custGeom>
          <a:solidFill>
            <a:srgbClr val="1435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object 21"/>
          <p:cNvSpPr/>
          <p:nvPr/>
        </p:nvSpPr>
        <p:spPr>
          <a:xfrm>
            <a:off x="4572000" y="5153040"/>
            <a:ext cx="473760" cy="531000"/>
          </a:xfrm>
          <a:custGeom>
            <a:avLst/>
            <a:gdLst>
              <a:gd name="textAreaLeft" fmla="*/ 0 w 473760"/>
              <a:gd name="textAreaRight" fmla="*/ 474120 w 473760"/>
              <a:gd name="textAreaTop" fmla="*/ 0 h 531000"/>
              <a:gd name="textAreaBottom" fmla="*/ 531360 h 531000"/>
            </a:gdLst>
            <a:ahLst/>
            <a:cxnLst/>
            <a:rect l="textAreaLeft" t="textAreaTop" r="textAreaRight" b="textAreaBottom"/>
            <a:pathLst>
              <a:path w="473710" h="530860">
                <a:moveTo>
                  <a:pt x="47764" y="0"/>
                </a:moveTo>
                <a:lnTo>
                  <a:pt x="24287" y="6105"/>
                </a:lnTo>
                <a:lnTo>
                  <a:pt x="6836" y="22672"/>
                </a:lnTo>
                <a:lnTo>
                  <a:pt x="0" y="47321"/>
                </a:lnTo>
                <a:lnTo>
                  <a:pt x="0" y="481738"/>
                </a:lnTo>
                <a:lnTo>
                  <a:pt x="6843" y="506649"/>
                </a:lnTo>
                <a:lnTo>
                  <a:pt x="24306" y="523791"/>
                </a:lnTo>
                <a:lnTo>
                  <a:pt x="47786" y="530469"/>
                </a:lnTo>
                <a:lnTo>
                  <a:pt x="72682" y="523991"/>
                </a:lnTo>
                <a:lnTo>
                  <a:pt x="449618" y="307621"/>
                </a:lnTo>
                <a:lnTo>
                  <a:pt x="467670" y="289182"/>
                </a:lnTo>
                <a:lnTo>
                  <a:pt x="473687" y="265363"/>
                </a:lnTo>
                <a:lnTo>
                  <a:pt x="467670" y="241546"/>
                </a:lnTo>
                <a:lnTo>
                  <a:pt x="449618" y="223115"/>
                </a:lnTo>
                <a:lnTo>
                  <a:pt x="72682" y="6732"/>
                </a:lnTo>
                <a:lnTo>
                  <a:pt x="47764" y="0"/>
                </a:lnTo>
                <a:close/>
              </a:path>
            </a:pathLst>
          </a:custGeom>
          <a:solidFill>
            <a:srgbClr val="1435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Rectangle 21"/>
          <p:cNvSpPr/>
          <p:nvPr/>
        </p:nvSpPr>
        <p:spPr>
          <a:xfrm>
            <a:off x="0" y="9292320"/>
            <a:ext cx="18288000" cy="994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435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843480" y="637200"/>
            <a:ext cx="9672120" cy="883800"/>
          </a:xfrm>
          <a:prstGeom prst="rect">
            <a:avLst/>
          </a:prstGeom>
          <a:noFill/>
          <a:ln w="25560">
            <a:noFill/>
          </a:ln>
        </p:spPr>
        <p:txBody>
          <a:bodyPr lIns="0" tIns="16560" rIns="0" bIns="0" anchor="t">
            <a:spAutoFit/>
          </a:bodyPr>
          <a:lstStyle>
            <a:lvl1pPr marL="12600" indent="0" algn="ctr">
              <a:lnSpc>
                <a:spcPct val="100000"/>
              </a:lnSpc>
              <a:spcBef>
                <a:spcPts val="130"/>
              </a:spcBef>
              <a:buNone/>
              <a:defRPr lang="de-AT" sz="5600" b="1" u="none" spc="275" strike="noStrike">
                <a:solidFill>
                  <a:srgbClr val="143532"/>
                </a:solidFill>
                <a:effectLst/>
                <a:uFillTx/>
                <a:latin typeface="Calibri"/>
              </a:defRPr>
            </a:lvl1pPr>
          </a:lstStyle>
          <a:p>
            <a:pPr marL="12600" indent="0" algn="ctr">
              <a:lnSpc>
                <a:spcPct val="100000"/>
              </a:lnSpc>
              <a:spcBef>
                <a:spcPts val="130"/>
              </a:spcBef>
              <a:buNone/>
            </a:pPr>
            <a:r>
              <a:rPr lang="de-AT" sz="5600" b="1" u="none" spc="275" strike="noStrike">
                <a:solidFill>
                  <a:srgbClr val="143532"/>
                </a:solidFill>
                <a:effectLst/>
                <a:uFillTx/>
                <a:latin typeface="Calibri"/>
              </a:rPr>
              <a:t>Chapter Title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object 8"/>
          <p:cNvSpPr txBox="1"/>
          <p:nvPr/>
        </p:nvSpPr>
        <p:spPr>
          <a:xfrm>
            <a:off x="843480" y="2125080"/>
            <a:ext cx="5519520" cy="3226680"/>
          </a:xfrm>
          <a:prstGeom prst="rect">
            <a:avLst/>
          </a:prstGeom>
          <a:noFill/>
          <a:ln w="0">
            <a:noFill/>
          </a:ln>
        </p:spPr>
        <p:txBody>
          <a:bodyPr lIns="0" tIns="172800" rIns="0" bIns="0" anchor="t">
            <a:spAutoFit/>
          </a:bodyPr>
          <a:p>
            <a:pPr marL="237600" indent="-237600">
              <a:lnSpc>
                <a:spcPct val="100000"/>
              </a:lnSpc>
              <a:spcBef>
                <a:spcPts val="1361"/>
              </a:spcBef>
              <a:buClr>
                <a:srgbClr val="000000"/>
              </a:buClr>
              <a:buFont typeface=""/>
              <a:buChar char="•"/>
              <a:tabLst>
                <a:tab pos="0" algn="l"/>
              </a:tabLst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PingFang SC"/>
              </a:rPr>
              <a:t>First point of </a:t>
            </a:r>
            <a:r>
              <a:rPr lang="en-US" sz="3100" b="0" u="none" spc="-11" strike="noStrike">
                <a:solidFill>
                  <a:srgbClr val="000000"/>
                </a:solidFill>
                <a:effectLst/>
                <a:uFillTx/>
                <a:latin typeface="Calibri"/>
                <a:ea typeface="PingFang SC"/>
              </a:rPr>
              <a:t>information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7600" indent="-237600">
              <a:lnSpc>
                <a:spcPct val="100000"/>
              </a:lnSpc>
              <a:spcBef>
                <a:spcPts val="1270"/>
              </a:spcBef>
              <a:buClr>
                <a:srgbClr val="000000"/>
              </a:buClr>
              <a:buFont typeface=""/>
              <a:buChar char="•"/>
              <a:tabLst>
                <a:tab pos="0" algn="l"/>
              </a:tabLst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PingFang SC"/>
              </a:rPr>
              <a:t>Second point of </a:t>
            </a:r>
            <a:r>
              <a:rPr lang="en-US" sz="3100" b="0" u="none" spc="-11" strike="noStrike">
                <a:solidFill>
                  <a:srgbClr val="000000"/>
                </a:solidFill>
                <a:effectLst/>
                <a:uFillTx/>
                <a:latin typeface="Calibri"/>
                <a:ea typeface="PingFang SC"/>
              </a:rPr>
              <a:t>information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7600" indent="-237600">
              <a:lnSpc>
                <a:spcPct val="100000"/>
              </a:lnSpc>
              <a:spcBef>
                <a:spcPts val="1264"/>
              </a:spcBef>
              <a:buClr>
                <a:srgbClr val="000000"/>
              </a:buClr>
              <a:buFont typeface=""/>
              <a:buChar char="•"/>
              <a:tabLst>
                <a:tab pos="0" algn="l"/>
              </a:tabLst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PingFang SC"/>
              </a:rPr>
              <a:t>Third</a:t>
            </a:r>
            <a:r>
              <a:rPr lang="en-US" sz="3100" b="0" u="none" spc="-31" strike="noStrike">
                <a:solidFill>
                  <a:srgbClr val="000000"/>
                </a:solidFill>
                <a:effectLst/>
                <a:uFillTx/>
                <a:latin typeface="Calibri"/>
                <a:ea typeface="PingFang SC"/>
              </a:rPr>
              <a:t> </a:t>
            </a: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PingFang SC"/>
              </a:rPr>
              <a:t>point</a:t>
            </a:r>
            <a:r>
              <a:rPr lang="en-US" sz="3100" b="0" u="none" spc="-20" strike="noStrike">
                <a:solidFill>
                  <a:srgbClr val="000000"/>
                </a:solidFill>
                <a:effectLst/>
                <a:uFillTx/>
                <a:latin typeface="Calibri"/>
                <a:ea typeface="PingFang SC"/>
              </a:rPr>
              <a:t> </a:t>
            </a: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PingFang SC"/>
              </a:rPr>
              <a:t>of</a:t>
            </a:r>
            <a:r>
              <a:rPr lang="en-US" sz="3100" b="0" u="none" spc="-20" strike="noStrike">
                <a:solidFill>
                  <a:srgbClr val="000000"/>
                </a:solidFill>
                <a:effectLst/>
                <a:uFillTx/>
                <a:latin typeface="Calibri"/>
                <a:ea typeface="PingFang SC"/>
              </a:rPr>
              <a:t> </a:t>
            </a:r>
            <a:r>
              <a:rPr lang="en-US" sz="3100" b="0" u="none" spc="-11" strike="noStrike">
                <a:solidFill>
                  <a:srgbClr val="000000"/>
                </a:solidFill>
                <a:effectLst/>
                <a:uFillTx/>
                <a:latin typeface="Calibri"/>
                <a:ea typeface="PingFang SC"/>
              </a:rPr>
              <a:t>information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7600" indent="-237600">
              <a:lnSpc>
                <a:spcPct val="100000"/>
              </a:lnSpc>
              <a:spcBef>
                <a:spcPts val="1270"/>
              </a:spcBef>
              <a:buClr>
                <a:srgbClr val="000000"/>
              </a:buClr>
              <a:buFont typeface=""/>
              <a:buChar char="•"/>
              <a:tabLst>
                <a:tab pos="0" algn="l"/>
              </a:tabLst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PingFang SC"/>
              </a:rPr>
              <a:t>Fourth</a:t>
            </a:r>
            <a:r>
              <a:rPr lang="en-US" sz="3100" b="0" u="none" spc="20" strike="noStrike">
                <a:solidFill>
                  <a:srgbClr val="000000"/>
                </a:solidFill>
                <a:effectLst/>
                <a:uFillTx/>
                <a:latin typeface="Calibri"/>
                <a:ea typeface="PingFang SC"/>
              </a:rPr>
              <a:t> </a:t>
            </a: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PingFang SC"/>
              </a:rPr>
              <a:t>point</a:t>
            </a:r>
            <a:r>
              <a:rPr lang="en-US" sz="3100" b="0" u="none" spc="20" strike="noStrike">
                <a:solidFill>
                  <a:srgbClr val="000000"/>
                </a:solidFill>
                <a:effectLst/>
                <a:uFillTx/>
                <a:latin typeface="Calibri"/>
                <a:ea typeface="PingFang SC"/>
              </a:rPr>
              <a:t> </a:t>
            </a: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PingFang SC"/>
              </a:rPr>
              <a:t>of</a:t>
            </a:r>
            <a:r>
              <a:rPr lang="en-US" sz="3100" b="0" u="none" spc="20" strike="noStrike">
                <a:solidFill>
                  <a:srgbClr val="000000"/>
                </a:solidFill>
                <a:effectLst/>
                <a:uFillTx/>
                <a:latin typeface="Calibri"/>
                <a:ea typeface="PingFang SC"/>
              </a:rPr>
              <a:t> </a:t>
            </a:r>
            <a:r>
              <a:rPr lang="en-US" sz="3100" b="0" u="none" spc="-11" strike="noStrike">
                <a:solidFill>
                  <a:srgbClr val="000000"/>
                </a:solidFill>
                <a:effectLst/>
                <a:uFillTx/>
                <a:latin typeface="Calibri"/>
                <a:ea typeface="PingFang SC"/>
              </a:rPr>
              <a:t>information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7600" indent="-237600">
              <a:lnSpc>
                <a:spcPct val="100000"/>
              </a:lnSpc>
              <a:spcBef>
                <a:spcPts val="1264"/>
              </a:spcBef>
              <a:buClr>
                <a:srgbClr val="000000"/>
              </a:buClr>
              <a:buFont typeface=""/>
              <a:buChar char="•"/>
              <a:tabLst>
                <a:tab pos="0" algn="l"/>
              </a:tabLst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PingFang SC"/>
              </a:rPr>
              <a:t>Fifth point of </a:t>
            </a:r>
            <a:r>
              <a:rPr lang="en-US" sz="3100" b="0" u="none" spc="-11" strike="noStrike">
                <a:solidFill>
                  <a:srgbClr val="000000"/>
                </a:solidFill>
                <a:effectLst/>
                <a:uFillTx/>
                <a:latin typeface="Calibri"/>
                <a:ea typeface="PingFang SC"/>
              </a:rPr>
              <a:t>information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Rectangle 8"/>
          <p:cNvSpPr/>
          <p:nvPr/>
        </p:nvSpPr>
        <p:spPr>
          <a:xfrm>
            <a:off x="0" y="9292320"/>
            <a:ext cx="18288000" cy="994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435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9" name="object 5"/>
          <p:cNvPicPr/>
          <p:nvPr/>
        </p:nvPicPr>
        <p:blipFill>
          <a:blip r:embed="rId1"/>
          <a:srcRect l="0" t="7098" r="0" b="18616"/>
          <a:stretch/>
        </p:blipFill>
        <p:spPr>
          <a:xfrm>
            <a:off x="11430000" y="0"/>
            <a:ext cx="6858000" cy="9292320"/>
          </a:xfrm>
          <a:prstGeom prst="rect">
            <a:avLst/>
          </a:prstGeom>
          <a:noFill/>
          <a:ln w="25560">
            <a:noFill/>
          </a:ln>
        </p:spPr>
      </p:pic>
      <p:pic>
        <p:nvPicPr>
          <p:cNvPr id="90" name="Graphic 11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210680" y="6848640"/>
            <a:ext cx="2857680" cy="1359000"/>
          </a:xfrm>
          <a:prstGeom prst="rect">
            <a:avLst/>
          </a:prstGeom>
          <a:noFill/>
          <a:ln w="255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/>
          </p:nvPr>
        </p:nvSpPr>
        <p:spPr>
          <a:xfrm>
            <a:off x="863280" y="2312280"/>
            <a:ext cx="12071880" cy="4008240"/>
          </a:xfrm>
          <a:prstGeom prst="rect">
            <a:avLst/>
          </a:prstGeom>
          <a:noFill/>
          <a:ln w="25560">
            <a:noFill/>
          </a:ln>
        </p:spPr>
        <p:txBody>
          <a:bodyPr lIns="0" tIns="11520" rIns="0" bIns="0" anchor="t">
            <a:normAutofit/>
          </a:bodyPr>
          <a:lstStyle>
            <a:lvl1pPr indent="0">
              <a:spcBef>
                <a:spcPts val="1417"/>
              </a:spcBef>
              <a:buNone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marL="12600" indent="0">
              <a:lnSpc>
                <a:spcPct val="101000"/>
              </a:lnSpc>
              <a:spcBef>
                <a:spcPts val="91"/>
              </a:spcBef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Here</a:t>
            </a:r>
            <a:r>
              <a:rPr lang="en-US" sz="3100" b="0" u="none" spc="54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you</a:t>
            </a:r>
            <a:r>
              <a:rPr lang="en-US" sz="3100" b="0" u="none" spc="6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could</a:t>
            </a:r>
            <a:r>
              <a:rPr lang="en-US" sz="3100" b="0" u="none" spc="6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list</a:t>
            </a:r>
            <a:r>
              <a:rPr lang="en-US" sz="3100" b="0" u="none" spc="6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down</a:t>
            </a:r>
            <a:r>
              <a:rPr lang="en-US" sz="3100" b="0" u="none" spc="54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the</a:t>
            </a:r>
            <a:r>
              <a:rPr lang="en-US" sz="3100" b="0" u="none" spc="6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sources</a:t>
            </a:r>
            <a:r>
              <a:rPr lang="en-US" sz="3100" b="0" u="none" spc="6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of</a:t>
            </a:r>
            <a:r>
              <a:rPr lang="en-US" sz="3100" b="0" u="none" spc="6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work</a:t>
            </a:r>
            <a:r>
              <a:rPr lang="en-US" sz="3100" b="0" u="none" spc="54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3100" b="0" u="none" spc="-26" strike="noStrike">
                <a:solidFill>
                  <a:srgbClr val="000000"/>
                </a:solidFill>
                <a:effectLst/>
                <a:uFillTx/>
                <a:latin typeface="Calibri"/>
              </a:rPr>
              <a:t>you </a:t>
            </a: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have</a:t>
            </a:r>
            <a:r>
              <a:rPr lang="en-US" sz="3100" b="0" u="none" spc="45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used</a:t>
            </a:r>
            <a:r>
              <a:rPr lang="en-US" sz="3100" b="0" u="none" spc="51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to</a:t>
            </a:r>
            <a:r>
              <a:rPr lang="en-US" sz="3100" b="0" u="none" spc="45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create</a:t>
            </a:r>
            <a:r>
              <a:rPr lang="en-US" sz="3100" b="0" u="none" spc="51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this</a:t>
            </a:r>
            <a:r>
              <a:rPr lang="en-US" sz="3100" b="0" u="none" spc="45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3100" b="0" u="none" spc="-11" strike="noStrike">
                <a:solidFill>
                  <a:srgbClr val="000000"/>
                </a:solidFill>
                <a:effectLst/>
                <a:uFillTx/>
                <a:latin typeface="Calibri"/>
              </a:rPr>
              <a:t>presentation.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5"/>
              </a:spcBef>
              <a:buNone/>
            </a:pPr>
            <a:r>
              <a:rPr lang="en-US" sz="3100" b="0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6400" indent="-34344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Author's</a:t>
            </a:r>
            <a:r>
              <a:rPr lang="en-US" sz="2600" b="0" u="none" spc="-26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last</a:t>
            </a:r>
            <a:r>
              <a:rPr lang="en-US" sz="2600" b="0" u="none" spc="-2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name,</a:t>
            </a:r>
            <a:r>
              <a:rPr lang="en-US" sz="2600" b="0" u="none" spc="-2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first</a:t>
            </a:r>
            <a:r>
              <a:rPr lang="en-US" sz="2600" b="0" u="none" spc="-2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name.</a:t>
            </a:r>
            <a:r>
              <a:rPr lang="en-US" sz="2600" b="0" u="none" spc="-2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"Title</a:t>
            </a:r>
            <a:r>
              <a:rPr lang="en-US" sz="2600" b="0" u="none" spc="-2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of</a:t>
            </a:r>
            <a:r>
              <a:rPr lang="en-US" sz="2600" b="0" u="none" spc="-26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600" b="0" u="none" spc="-54" strike="noStrike">
                <a:solidFill>
                  <a:srgbClr val="000000"/>
                </a:solidFill>
                <a:effectLst/>
                <a:uFillTx/>
                <a:latin typeface="Calibri"/>
              </a:rPr>
              <a:t>source".</a:t>
            </a:r>
            <a:r>
              <a:rPr lang="en-US" sz="2600" b="0" u="none" spc="-2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600" b="0" u="none" spc="-11" strike="noStrike">
                <a:solidFill>
                  <a:srgbClr val="000000"/>
                </a:solidFill>
                <a:effectLst/>
                <a:uFillTx/>
                <a:latin typeface="Calibri"/>
              </a:rPr>
              <a:t>publisher,</a:t>
            </a:r>
            <a:r>
              <a:rPr lang="en-US" sz="2600" b="0" u="none" spc="-2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date</a:t>
            </a:r>
            <a:r>
              <a:rPr lang="en-US" sz="2600" b="0" u="none" spc="-2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600" b="0" u="none" spc="-11" strike="noStrike">
                <a:solidFill>
                  <a:srgbClr val="000000"/>
                </a:solidFill>
                <a:effectLst/>
                <a:uFillTx/>
                <a:latin typeface="Calibri"/>
              </a:rPr>
              <a:t>published.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9160" indent="-376560">
              <a:lnSpc>
                <a:spcPct val="100000"/>
              </a:lnSpc>
              <a:spcBef>
                <a:spcPts val="2129"/>
              </a:spcBef>
              <a:buClr>
                <a:srgbClr val="000000"/>
              </a:buClr>
              <a:buFont typeface="OpenSymbol"/>
              <a:buAutoNum type="arabicPeriod"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Author's</a:t>
            </a:r>
            <a:r>
              <a:rPr lang="en-US" sz="2600" b="0" u="none" spc="-26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last</a:t>
            </a:r>
            <a:r>
              <a:rPr lang="en-US" sz="2600" b="0" u="none" spc="-2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name,</a:t>
            </a:r>
            <a:r>
              <a:rPr lang="en-US" sz="2600" b="0" u="none" spc="-2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first</a:t>
            </a:r>
            <a:r>
              <a:rPr lang="en-US" sz="2600" b="0" u="none" spc="-2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name.</a:t>
            </a:r>
            <a:r>
              <a:rPr lang="en-US" sz="2600" b="0" u="none" spc="-2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"Title</a:t>
            </a:r>
            <a:r>
              <a:rPr lang="en-US" sz="2600" b="0" u="none" spc="-2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of</a:t>
            </a:r>
            <a:r>
              <a:rPr lang="en-US" sz="2600" b="0" u="none" spc="-26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600" b="0" u="none" spc="-54" strike="noStrike">
                <a:solidFill>
                  <a:srgbClr val="000000"/>
                </a:solidFill>
                <a:effectLst/>
                <a:uFillTx/>
                <a:latin typeface="Calibri"/>
              </a:rPr>
              <a:t>source".</a:t>
            </a:r>
            <a:r>
              <a:rPr lang="en-US" sz="2600" b="0" u="none" spc="-2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600" b="0" u="none" spc="-11" strike="noStrike">
                <a:solidFill>
                  <a:srgbClr val="000000"/>
                </a:solidFill>
                <a:effectLst/>
                <a:uFillTx/>
                <a:latin typeface="Calibri"/>
              </a:rPr>
              <a:t>publisher,</a:t>
            </a:r>
            <a:r>
              <a:rPr lang="en-US" sz="2600" b="0" u="none" spc="-2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date</a:t>
            </a:r>
            <a:r>
              <a:rPr lang="en-US" sz="2600" b="0" u="none" spc="-2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600" b="0" u="none" spc="-11" strike="noStrike">
                <a:solidFill>
                  <a:srgbClr val="000000"/>
                </a:solidFill>
                <a:effectLst/>
                <a:uFillTx/>
                <a:latin typeface="Calibri"/>
              </a:rPr>
              <a:t>published.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9160" indent="-376560">
              <a:lnSpc>
                <a:spcPct val="100000"/>
              </a:lnSpc>
              <a:spcBef>
                <a:spcPts val="2129"/>
              </a:spcBef>
              <a:buClr>
                <a:srgbClr val="000000"/>
              </a:buClr>
              <a:buFont typeface="OpenSymbol"/>
              <a:buAutoNum type="arabicPeriod"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Author's</a:t>
            </a:r>
            <a:r>
              <a:rPr lang="en-US" sz="2600" b="0" u="none" spc="-26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last</a:t>
            </a:r>
            <a:r>
              <a:rPr lang="en-US" sz="2600" b="0" u="none" spc="-2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name,</a:t>
            </a:r>
            <a:r>
              <a:rPr lang="en-US" sz="2600" b="0" u="none" spc="-2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first</a:t>
            </a:r>
            <a:r>
              <a:rPr lang="en-US" sz="2600" b="0" u="none" spc="-2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name.</a:t>
            </a:r>
            <a:r>
              <a:rPr lang="en-US" sz="2600" b="0" u="none" spc="-2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"Title</a:t>
            </a:r>
            <a:r>
              <a:rPr lang="en-US" sz="2600" b="0" u="none" spc="-2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of</a:t>
            </a:r>
            <a:r>
              <a:rPr lang="en-US" sz="2600" b="0" u="none" spc="-26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600" b="0" u="none" spc="-54" strike="noStrike">
                <a:solidFill>
                  <a:srgbClr val="000000"/>
                </a:solidFill>
                <a:effectLst/>
                <a:uFillTx/>
                <a:latin typeface="Calibri"/>
              </a:rPr>
              <a:t>source".</a:t>
            </a:r>
            <a:r>
              <a:rPr lang="en-US" sz="2600" b="0" u="none" spc="-2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600" b="0" u="none" spc="-11" strike="noStrike">
                <a:solidFill>
                  <a:srgbClr val="000000"/>
                </a:solidFill>
                <a:effectLst/>
                <a:uFillTx/>
                <a:latin typeface="Calibri"/>
              </a:rPr>
              <a:t>publisher,</a:t>
            </a:r>
            <a:r>
              <a:rPr lang="en-US" sz="2600" b="0" u="none" spc="-2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date</a:t>
            </a:r>
            <a:r>
              <a:rPr lang="en-US" sz="2600" b="0" u="none" spc="-2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600" b="0" u="none" spc="-11" strike="noStrike">
                <a:solidFill>
                  <a:srgbClr val="000000"/>
                </a:solidFill>
                <a:effectLst/>
                <a:uFillTx/>
                <a:latin typeface="Calibri"/>
              </a:rPr>
              <a:t>published.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9160" indent="-376560">
              <a:lnSpc>
                <a:spcPct val="100000"/>
              </a:lnSpc>
              <a:spcBef>
                <a:spcPts val="2129"/>
              </a:spcBef>
              <a:buClr>
                <a:srgbClr val="000000"/>
              </a:buClr>
              <a:buFont typeface="OpenSymbol"/>
              <a:buAutoNum type="arabicPeriod"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Author's</a:t>
            </a:r>
            <a:r>
              <a:rPr lang="en-US" sz="2600" b="0" u="none" spc="-26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last</a:t>
            </a:r>
            <a:r>
              <a:rPr lang="en-US" sz="2600" b="0" u="none" spc="-2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name,</a:t>
            </a:r>
            <a:r>
              <a:rPr lang="en-US" sz="2600" b="0" u="none" spc="-2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first</a:t>
            </a:r>
            <a:r>
              <a:rPr lang="en-US" sz="2600" b="0" u="none" spc="-2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name.</a:t>
            </a:r>
            <a:r>
              <a:rPr lang="en-US" sz="2600" b="0" u="none" spc="-2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"Title</a:t>
            </a:r>
            <a:r>
              <a:rPr lang="en-US" sz="2600" b="0" u="none" spc="-2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of</a:t>
            </a:r>
            <a:r>
              <a:rPr lang="en-US" sz="2600" b="0" u="none" spc="-26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600" b="0" u="none" spc="-54" strike="noStrike">
                <a:solidFill>
                  <a:srgbClr val="000000"/>
                </a:solidFill>
                <a:effectLst/>
                <a:uFillTx/>
                <a:latin typeface="Calibri"/>
              </a:rPr>
              <a:t>source".</a:t>
            </a:r>
            <a:r>
              <a:rPr lang="en-US" sz="2600" b="0" u="none" spc="-2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600" b="0" u="none" spc="-11" strike="noStrike">
                <a:solidFill>
                  <a:srgbClr val="000000"/>
                </a:solidFill>
                <a:effectLst/>
                <a:uFillTx/>
                <a:latin typeface="Calibri"/>
              </a:rPr>
              <a:t>publisher,</a:t>
            </a:r>
            <a:r>
              <a:rPr lang="en-US" sz="2600" b="0" u="none" spc="-2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date</a:t>
            </a:r>
            <a:r>
              <a:rPr lang="en-US" sz="2600" b="0" u="none" spc="-2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600" b="0" u="none" spc="-11" strike="noStrike">
                <a:solidFill>
                  <a:srgbClr val="000000"/>
                </a:solidFill>
                <a:effectLst/>
                <a:uFillTx/>
                <a:latin typeface="Calibri"/>
              </a:rPr>
              <a:t>published.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title"/>
          </p:nvPr>
        </p:nvSpPr>
        <p:spPr>
          <a:xfrm>
            <a:off x="843480" y="637200"/>
            <a:ext cx="16453800" cy="878400"/>
          </a:xfrm>
          <a:prstGeom prst="rect">
            <a:avLst/>
          </a:prstGeom>
          <a:noFill/>
          <a:ln w="25560">
            <a:noFill/>
          </a:ln>
        </p:spPr>
        <p:txBody>
          <a:bodyPr lIns="0" tIns="16560" rIns="0" bIns="0" anchor="t">
            <a:spAutoFit/>
          </a:bodyPr>
          <a:lstStyle>
            <a:lvl1pPr marL="12600" indent="0" algn="ctr">
              <a:lnSpc>
                <a:spcPct val="100000"/>
              </a:lnSpc>
              <a:spcBef>
                <a:spcPts val="130"/>
              </a:spcBef>
              <a:buNone/>
              <a:defRPr lang="de-AT" sz="5600" b="1" u="none" spc="71" strike="noStrike">
                <a:solidFill>
                  <a:srgbClr val="143532"/>
                </a:solidFill>
                <a:effectLst/>
                <a:uFillTx/>
                <a:latin typeface="Calibri"/>
              </a:defRPr>
            </a:lvl1pPr>
          </a:lstStyle>
          <a:p>
            <a:pPr marL="12600" indent="0" algn="ctr">
              <a:lnSpc>
                <a:spcPct val="100000"/>
              </a:lnSpc>
              <a:spcBef>
                <a:spcPts val="130"/>
              </a:spcBef>
              <a:buNone/>
            </a:pPr>
            <a:r>
              <a:rPr lang="de-AT" sz="5600" b="1" u="none" spc="71" strike="noStrike">
                <a:solidFill>
                  <a:srgbClr val="143532"/>
                </a:solidFill>
                <a:effectLst/>
                <a:uFillTx/>
                <a:latin typeface="Calibri"/>
              </a:rPr>
              <a:t>Bibliograph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ectangle 8"/>
          <p:cNvSpPr/>
          <p:nvPr/>
        </p:nvSpPr>
        <p:spPr>
          <a:xfrm>
            <a:off x="0" y="9292320"/>
            <a:ext cx="18288000" cy="994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435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4" name="Graphic 10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6382880" y="6523560"/>
            <a:ext cx="2857680" cy="1282680"/>
          </a:xfrm>
          <a:prstGeom prst="rect">
            <a:avLst/>
          </a:prstGeom>
          <a:noFill/>
          <a:ln w="25560">
            <a:noFill/>
          </a:ln>
        </p:spPr>
      </p:pic>
      <p:pic>
        <p:nvPicPr>
          <p:cNvPr id="95" name="Graphic 12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1658600" y="809640"/>
            <a:ext cx="4459680" cy="2120760"/>
          </a:xfrm>
          <a:prstGeom prst="rect">
            <a:avLst/>
          </a:prstGeom>
          <a:noFill/>
          <a:ln w="255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</TotalTime>
  <Application>Collabora_Office/25.04.7.2$Linux_X86_64 LibreOffice_project/ddf570af86d6399f03cbd397dd60186f0a8e85ed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2025-08-19T13:45:13Z</dcterms:created>
  <dc:creator/>
  <dc:description/>
  <dc:language>en-US</dc:language>
  <cp:lastModifiedBy/>
  <dcterms:modified xsi:type="dcterms:W3CDTF">2025-08-19T15:00:44Z</dcterms:modified>
  <cp:revision>3</cp:revision>
  <dc:subject/>
  <dc:title>Untitled - 19 August 2025 at 15.43.45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/>
  <property fmtid="{D5CDD505-2E9C-101B-9397-08002B2CF9AE}" pid="3" name="Creator">
    <vt:lpwstr>Adobe Express</vt:lpwstr>
  </property>
  <property fmtid="{D5CDD505-2E9C-101B-9397-08002B2CF9AE}" pid="4" name="LastSaved"/>
  <property fmtid="{D5CDD505-2E9C-101B-9397-08002B2CF9AE}" pid="5" name="Producer">
    <vt:lpwstr>Adobe Express</vt:lpwstr>
  </property>
</Properties>
</file>